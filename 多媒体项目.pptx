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2" r:id="rId3"/>
    <p:sldId id="267" r:id="rId4"/>
    <p:sldId id="273" r:id="rId5"/>
    <p:sldId id="295" r:id="rId6"/>
    <p:sldId id="379" r:id="rId7"/>
    <p:sldId id="381" r:id="rId8"/>
    <p:sldId id="380" r:id="rId9"/>
    <p:sldId id="293" r:id="rId10"/>
    <p:sldId id="382" r:id="rId11"/>
    <p:sldId id="383" r:id="rId12"/>
    <p:sldId id="285" r:id="rId13"/>
  </p:sldIdLst>
  <p:sldSz cx="12192000" cy="6858000"/>
  <p:notesSz cx="6858000" cy="9144000"/>
  <p:custDataLst>
    <p:tags r:id="rId1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封面" id="{49F8D5A1-2C7B-4AD6-AB54-8FEF39F044E1}">
          <p14:sldIdLst>
            <p14:sldId id="262"/>
          </p14:sldIdLst>
        </p14:section>
        <p14:section name="目录" id="{3F4F8CA8-D783-4924-9CDF-9F12494C9F42}">
          <p14:sldIdLst>
            <p14:sldId id="267"/>
          </p14:sldIdLst>
        </p14:section>
        <p14:section name="章节页" id="{4AFC7DCF-8EBB-46AB-B72B-DDDB9257710B}">
          <p14:sldIdLst>
            <p14:sldId id="273"/>
            <p14:sldId id="295"/>
            <p14:sldId id="379"/>
            <p14:sldId id="381"/>
            <p14:sldId id="380"/>
            <p14:sldId id="293"/>
            <p14:sldId id="382"/>
            <p14:sldId id="383"/>
            <p14:sldId id="285"/>
          </p14:sldIdLst>
        </p14:section>
        <p14:section name="文字页" id="{9BECC37D-DCC8-4BA6-AC01-421969B10140}">
          <p14:sldIdLst/>
        </p14:section>
        <p14:section name="结尾页" id="{96DC446C-737C-47F1-984D-2817160526B0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094" userDrawn="1">
          <p15:clr>
            <a:srgbClr val="A4A3A4"/>
          </p15:clr>
        </p15:guide>
        <p15:guide id="2" pos="3839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Wayne" initials="W" lastIdx="1" clrIdx="0"/>
  <p:cmAuthor id="3" name="YUYU" initials="Y" lastIdx="1" clrIdx="2"/>
  <p:cmAuthor id="5" name="作者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003D83"/>
    <a:srgbClr val="184787"/>
    <a:srgbClr val="103778"/>
    <a:srgbClr val="F4E6D9"/>
    <a:srgbClr val="EED3A9"/>
    <a:srgbClr val="DCDCDC"/>
    <a:srgbClr val="F0F0F0"/>
    <a:srgbClr val="E6E6E6"/>
    <a:srgbClr val="C8C8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115" d="100"/>
          <a:sy n="115" d="100"/>
        </p:scale>
        <p:origin x="498" y="96"/>
      </p:cViewPr>
      <p:guideLst>
        <p:guide orient="horz" pos="2094"/>
        <p:guide pos="3839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gs" Target="tags/tag126.xml"/><Relationship Id="rId17" Type="http://schemas.openxmlformats.org/officeDocument/2006/relationships/commentAuthors" Target="commentAuthors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tags" Target="../tags/tag65.xml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73.xml"/><Relationship Id="rId8" Type="http://schemas.openxmlformats.org/officeDocument/2006/relationships/tags" Target="../tags/tag72.xml"/><Relationship Id="rId7" Type="http://schemas.openxmlformats.org/officeDocument/2006/relationships/tags" Target="../tags/tag71.xml"/><Relationship Id="rId6" Type="http://schemas.openxmlformats.org/officeDocument/2006/relationships/tags" Target="../tags/tag70.xml"/><Relationship Id="rId5" Type="http://schemas.openxmlformats.org/officeDocument/2006/relationships/tags" Target="../tags/tag69.xml"/><Relationship Id="rId4" Type="http://schemas.openxmlformats.org/officeDocument/2006/relationships/tags" Target="../tags/tag68.xml"/><Relationship Id="rId3" Type="http://schemas.openxmlformats.org/officeDocument/2006/relationships/tags" Target="../tags/tag67.xml"/><Relationship Id="rId2" Type="http://schemas.openxmlformats.org/officeDocument/2006/relationships/tags" Target="../tags/tag66.xml"/><Relationship Id="rId18" Type="http://schemas.openxmlformats.org/officeDocument/2006/relationships/slideLayout" Target="../slideLayouts/slideLayout1.xml"/><Relationship Id="rId17" Type="http://schemas.openxmlformats.org/officeDocument/2006/relationships/tags" Target="../tags/tag79.xml"/><Relationship Id="rId16" Type="http://schemas.openxmlformats.org/officeDocument/2006/relationships/image" Target="../media/image5.png"/><Relationship Id="rId15" Type="http://schemas.openxmlformats.org/officeDocument/2006/relationships/tags" Target="../tags/tag78.xml"/><Relationship Id="rId14" Type="http://schemas.openxmlformats.org/officeDocument/2006/relationships/tags" Target="../tags/tag77.xml"/><Relationship Id="rId13" Type="http://schemas.openxmlformats.org/officeDocument/2006/relationships/tags" Target="../tags/tag76.xml"/><Relationship Id="rId12" Type="http://schemas.openxmlformats.org/officeDocument/2006/relationships/image" Target="../media/image4.png"/><Relationship Id="rId11" Type="http://schemas.openxmlformats.org/officeDocument/2006/relationships/tags" Target="../tags/tag75.xml"/><Relationship Id="rId10" Type="http://schemas.openxmlformats.org/officeDocument/2006/relationships/tags" Target="../tags/tag74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82.xml"/><Relationship Id="rId4" Type="http://schemas.openxmlformats.org/officeDocument/2006/relationships/image" Target="../media/image5.png"/><Relationship Id="rId3" Type="http://schemas.openxmlformats.org/officeDocument/2006/relationships/tags" Target="../tags/tag81.xml"/><Relationship Id="rId2" Type="http://schemas.openxmlformats.org/officeDocument/2006/relationships/tags" Target="../tags/tag80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91.xml"/><Relationship Id="rId8" Type="http://schemas.openxmlformats.org/officeDocument/2006/relationships/tags" Target="../tags/tag90.xml"/><Relationship Id="rId7" Type="http://schemas.openxmlformats.org/officeDocument/2006/relationships/tags" Target="../tags/tag89.xml"/><Relationship Id="rId6" Type="http://schemas.openxmlformats.org/officeDocument/2006/relationships/tags" Target="../tags/tag88.xml"/><Relationship Id="rId5" Type="http://schemas.openxmlformats.org/officeDocument/2006/relationships/tags" Target="../tags/tag87.xml"/><Relationship Id="rId4" Type="http://schemas.openxmlformats.org/officeDocument/2006/relationships/tags" Target="../tags/tag86.xml"/><Relationship Id="rId3" Type="http://schemas.openxmlformats.org/officeDocument/2006/relationships/tags" Target="../tags/tag85.xml"/><Relationship Id="rId2" Type="http://schemas.openxmlformats.org/officeDocument/2006/relationships/tags" Target="../tags/tag84.xml"/><Relationship Id="rId14" Type="http://schemas.openxmlformats.org/officeDocument/2006/relationships/slideLayout" Target="../slideLayouts/slideLayout1.xml"/><Relationship Id="rId13" Type="http://schemas.openxmlformats.org/officeDocument/2006/relationships/tags" Target="../tags/tag94.xml"/><Relationship Id="rId12" Type="http://schemas.openxmlformats.org/officeDocument/2006/relationships/image" Target="../media/image6.png"/><Relationship Id="rId11" Type="http://schemas.openxmlformats.org/officeDocument/2006/relationships/tags" Target="../tags/tag93.xml"/><Relationship Id="rId10" Type="http://schemas.openxmlformats.org/officeDocument/2006/relationships/tags" Target="../tags/tag92.xml"/><Relationship Id="rId1" Type="http://schemas.openxmlformats.org/officeDocument/2006/relationships/tags" Target="../tags/tag83.xml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97.xml"/><Relationship Id="rId4" Type="http://schemas.openxmlformats.org/officeDocument/2006/relationships/image" Target="../media/image5.png"/><Relationship Id="rId3" Type="http://schemas.openxmlformats.org/officeDocument/2006/relationships/tags" Target="../tags/tag96.xml"/><Relationship Id="rId2" Type="http://schemas.openxmlformats.org/officeDocument/2006/relationships/tags" Target="../tags/tag95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106.xml"/><Relationship Id="rId8" Type="http://schemas.openxmlformats.org/officeDocument/2006/relationships/tags" Target="../tags/tag105.xml"/><Relationship Id="rId7" Type="http://schemas.openxmlformats.org/officeDocument/2006/relationships/tags" Target="../tags/tag104.xml"/><Relationship Id="rId6" Type="http://schemas.openxmlformats.org/officeDocument/2006/relationships/tags" Target="../tags/tag103.xml"/><Relationship Id="rId5" Type="http://schemas.openxmlformats.org/officeDocument/2006/relationships/tags" Target="../tags/tag102.xml"/><Relationship Id="rId4" Type="http://schemas.openxmlformats.org/officeDocument/2006/relationships/tags" Target="../tags/tag101.xml"/><Relationship Id="rId3" Type="http://schemas.openxmlformats.org/officeDocument/2006/relationships/tags" Target="../tags/tag100.xml"/><Relationship Id="rId2" Type="http://schemas.openxmlformats.org/officeDocument/2006/relationships/tags" Target="../tags/tag99.xml"/><Relationship Id="rId15" Type="http://schemas.openxmlformats.org/officeDocument/2006/relationships/slideLayout" Target="../slideLayouts/slideLayout1.xml"/><Relationship Id="rId14" Type="http://schemas.openxmlformats.org/officeDocument/2006/relationships/tags" Target="../tags/tag110.xml"/><Relationship Id="rId13" Type="http://schemas.openxmlformats.org/officeDocument/2006/relationships/image" Target="../media/image6.png"/><Relationship Id="rId12" Type="http://schemas.openxmlformats.org/officeDocument/2006/relationships/tags" Target="../tags/tag109.xml"/><Relationship Id="rId11" Type="http://schemas.openxmlformats.org/officeDocument/2006/relationships/tags" Target="../tags/tag108.xml"/><Relationship Id="rId10" Type="http://schemas.openxmlformats.org/officeDocument/2006/relationships/tags" Target="../tags/tag107.xml"/><Relationship Id="rId1" Type="http://schemas.openxmlformats.org/officeDocument/2006/relationships/tags" Target="../tags/tag98.xml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113.xml"/><Relationship Id="rId4" Type="http://schemas.openxmlformats.org/officeDocument/2006/relationships/image" Target="../media/image5.png"/><Relationship Id="rId3" Type="http://schemas.openxmlformats.org/officeDocument/2006/relationships/tags" Target="../tags/tag112.xml"/><Relationship Id="rId2" Type="http://schemas.openxmlformats.org/officeDocument/2006/relationships/tags" Target="../tags/tag111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115.xml"/><Relationship Id="rId2" Type="http://schemas.openxmlformats.org/officeDocument/2006/relationships/tags" Target="../tags/tag114.xml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117.xml"/><Relationship Id="rId2" Type="http://schemas.openxmlformats.org/officeDocument/2006/relationships/tags" Target="../tags/tag116.xml"/><Relationship Id="rId1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119.xml"/><Relationship Id="rId2" Type="http://schemas.openxmlformats.org/officeDocument/2006/relationships/tags" Target="../tags/tag118.xml"/><Relationship Id="rId1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tags" Target="../tags/tag125.xml"/><Relationship Id="rId7" Type="http://schemas.openxmlformats.org/officeDocument/2006/relationships/image" Target="../media/image3.png"/><Relationship Id="rId6" Type="http://schemas.openxmlformats.org/officeDocument/2006/relationships/tags" Target="../tags/tag124.xml"/><Relationship Id="rId5" Type="http://schemas.openxmlformats.org/officeDocument/2006/relationships/image" Target="../media/image4.png"/><Relationship Id="rId4" Type="http://schemas.openxmlformats.org/officeDocument/2006/relationships/tags" Target="../tags/tag123.xml"/><Relationship Id="rId3" Type="http://schemas.openxmlformats.org/officeDocument/2006/relationships/tags" Target="../tags/tag122.xml"/><Relationship Id="rId2" Type="http://schemas.openxmlformats.org/officeDocument/2006/relationships/tags" Target="../tags/tag121.xml"/><Relationship Id="rId1" Type="http://schemas.openxmlformats.org/officeDocument/2006/relationships/tags" Target="../tags/tag1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1202690"/>
            <a:ext cx="12190730" cy="5654675"/>
          </a:xfrm>
          <a:prstGeom prst="rect">
            <a:avLst/>
          </a:prstGeom>
          <a:solidFill>
            <a:srgbClr val="003D8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7" name="图片 16" descr="建筑黄色线描"/>
          <p:cNvPicPr>
            <a:picLocks noChangeAspect="1"/>
          </p:cNvPicPr>
          <p:nvPr/>
        </p:nvPicPr>
        <p:blipFill>
          <a:blip r:embed="rId1">
            <a:alphaModFix amt="80000"/>
          </a:blip>
          <a:srcRect l="17109" t="40278" r="21757" b="29926"/>
          <a:stretch>
            <a:fillRect/>
          </a:stretch>
        </p:blipFill>
        <p:spPr>
          <a:xfrm>
            <a:off x="3030855" y="4933315"/>
            <a:ext cx="6291580" cy="2046605"/>
          </a:xfrm>
          <a:prstGeom prst="rect">
            <a:avLst/>
          </a:prstGeom>
          <a:effectLst/>
        </p:spPr>
      </p:pic>
      <p:sp>
        <p:nvSpPr>
          <p:cNvPr id="5" name="矩形 4"/>
          <p:cNvSpPr/>
          <p:nvPr/>
        </p:nvSpPr>
        <p:spPr>
          <a:xfrm>
            <a:off x="1270" y="1031240"/>
            <a:ext cx="12190730" cy="82550"/>
          </a:xfrm>
          <a:prstGeom prst="rect">
            <a:avLst/>
          </a:prstGeom>
          <a:solidFill>
            <a:srgbClr val="003D8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>
            <p:custDataLst>
              <p:tags r:id="rId2"/>
            </p:custDataLst>
          </p:nvPr>
        </p:nvSpPr>
        <p:spPr>
          <a:xfrm>
            <a:off x="2280285" y="2137410"/>
            <a:ext cx="7632700" cy="1291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6000" b="1" dirty="0">
                <a:solidFill>
                  <a:schemeClr val="bg1"/>
                </a:solidFill>
                <a:latin typeface="方正大标宋简体 (标题)" charset="0"/>
                <a:ea typeface="方正大标宋简体 (标题)" charset="0"/>
                <a:sym typeface="+mn-ea"/>
              </a:rPr>
              <a:t>手语语义识别</a:t>
            </a:r>
            <a:endParaRPr lang="zh-CN" altLang="en-US" sz="6000" b="1" dirty="0">
              <a:solidFill>
                <a:schemeClr val="bg1"/>
              </a:solidFill>
              <a:latin typeface="方正大标宋简体 (标题)" charset="0"/>
              <a:ea typeface="方正大标宋简体 (标题)" charset="0"/>
            </a:endParaRPr>
          </a:p>
        </p:txBody>
      </p:sp>
      <p:sp>
        <p:nvSpPr>
          <p:cNvPr id="20" name="文本框 19"/>
          <p:cNvSpPr txBox="1"/>
          <p:nvPr>
            <p:custDataLst>
              <p:tags r:id="rId3"/>
            </p:custDataLst>
          </p:nvPr>
        </p:nvSpPr>
        <p:spPr>
          <a:xfrm>
            <a:off x="4696460" y="3429000"/>
            <a:ext cx="2875280" cy="10521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2400" b="1" dirty="0">
                <a:solidFill>
                  <a:schemeClr val="bg1"/>
                </a:solidFill>
                <a:latin typeface="方正小标宋简体" panose="02000000000000000000" pitchFamily="65" charset="-122"/>
                <a:ea typeface="方正小标宋简体" panose="02000000000000000000" pitchFamily="65" charset="-122"/>
                <a:cs typeface="方正小标宋简体" panose="02000000000000000000" pitchFamily="65" charset="-122"/>
                <a:sym typeface="+mn-ea"/>
              </a:rPr>
              <a:t>西南大学</a:t>
            </a:r>
            <a:endParaRPr lang="zh-CN" altLang="en-US" sz="2400" b="1" dirty="0">
              <a:solidFill>
                <a:schemeClr val="bg1"/>
              </a:solidFill>
              <a:latin typeface="方正小标宋简体" panose="02000000000000000000" pitchFamily="65" charset="-122"/>
              <a:ea typeface="方正小标宋简体" panose="02000000000000000000" pitchFamily="65" charset="-122"/>
              <a:cs typeface="方正小标宋简体" panose="02000000000000000000" pitchFamily="65" charset="-122"/>
            </a:endParaRPr>
          </a:p>
          <a:p>
            <a:pPr algn="ctr">
              <a:lnSpc>
                <a:spcPct val="13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方正小标宋简体" panose="02000000000000000000" pitchFamily="65" charset="-122"/>
                <a:ea typeface="方正小标宋简体" panose="02000000000000000000" pitchFamily="65" charset="-122"/>
                <a:cs typeface="方正小标宋简体" panose="02000000000000000000" pitchFamily="65" charset="-122"/>
                <a:sym typeface="+mn-ea"/>
              </a:rPr>
              <a:t>2026</a:t>
            </a:r>
            <a:r>
              <a:rPr lang="zh-CN" altLang="en-US" sz="2400" b="1" dirty="0">
                <a:solidFill>
                  <a:schemeClr val="bg1"/>
                </a:solidFill>
                <a:latin typeface="方正小标宋简体" panose="02000000000000000000" pitchFamily="65" charset="-122"/>
                <a:ea typeface="方正小标宋简体" panose="02000000000000000000" pitchFamily="65" charset="-122"/>
                <a:cs typeface="方正小标宋简体" panose="02000000000000000000" pitchFamily="65" charset="-122"/>
                <a:sym typeface="+mn-ea"/>
              </a:rPr>
              <a:t>年</a:t>
            </a:r>
            <a:r>
              <a:rPr lang="en-US" altLang="zh-CN" sz="2400" b="1" dirty="0">
                <a:solidFill>
                  <a:schemeClr val="bg1"/>
                </a:solidFill>
                <a:latin typeface="方正小标宋简体" panose="02000000000000000000" pitchFamily="65" charset="-122"/>
                <a:ea typeface="方正小标宋简体" panose="02000000000000000000" pitchFamily="65" charset="-122"/>
                <a:cs typeface="方正小标宋简体" panose="02000000000000000000" pitchFamily="65" charset="-122"/>
                <a:sym typeface="+mn-ea"/>
              </a:rPr>
              <a:t>3</a:t>
            </a:r>
            <a:r>
              <a:rPr lang="zh-CN" altLang="en-US" sz="2400" b="1" dirty="0">
                <a:solidFill>
                  <a:schemeClr val="bg1"/>
                </a:solidFill>
                <a:latin typeface="方正小标宋简体" panose="02000000000000000000" pitchFamily="65" charset="-122"/>
                <a:ea typeface="方正小标宋简体" panose="02000000000000000000" pitchFamily="65" charset="-122"/>
                <a:cs typeface="方正小标宋简体" panose="02000000000000000000" pitchFamily="65" charset="-122"/>
                <a:sym typeface="+mn-ea"/>
              </a:rPr>
              <a:t>月</a:t>
            </a:r>
            <a:r>
              <a:rPr lang="en-US" altLang="zh-CN" sz="2400" b="1" dirty="0">
                <a:solidFill>
                  <a:schemeClr val="bg1"/>
                </a:solidFill>
                <a:latin typeface="方正小标宋简体" panose="02000000000000000000" pitchFamily="65" charset="-122"/>
                <a:ea typeface="方正小标宋简体" panose="02000000000000000000" pitchFamily="65" charset="-122"/>
                <a:cs typeface="方正小标宋简体" panose="02000000000000000000" pitchFamily="65" charset="-122"/>
                <a:sym typeface="+mn-ea"/>
              </a:rPr>
              <a:t>16</a:t>
            </a:r>
            <a:r>
              <a:rPr lang="zh-CN" altLang="en-US" sz="2400" b="1" dirty="0">
                <a:solidFill>
                  <a:schemeClr val="bg1"/>
                </a:solidFill>
                <a:latin typeface="方正小标宋简体" panose="02000000000000000000" pitchFamily="65" charset="-122"/>
                <a:ea typeface="方正小标宋简体" panose="02000000000000000000" pitchFamily="65" charset="-122"/>
                <a:cs typeface="方正小标宋简体" panose="02000000000000000000" pitchFamily="65" charset="-122"/>
                <a:sym typeface="+mn-ea"/>
              </a:rPr>
              <a:t>日</a:t>
            </a:r>
            <a:endParaRPr lang="zh-CN" altLang="en-US" sz="2400" b="1" dirty="0">
              <a:solidFill>
                <a:schemeClr val="bg1"/>
              </a:solidFill>
              <a:latin typeface="方正小标宋简体" panose="02000000000000000000" pitchFamily="65" charset="-122"/>
              <a:ea typeface="方正小标宋简体" panose="02000000000000000000" pitchFamily="65" charset="-122"/>
              <a:cs typeface="方正小标宋简体" panose="02000000000000000000" pitchFamily="65" charset="-122"/>
            </a:endParaRPr>
          </a:p>
        </p:txBody>
      </p:sp>
      <p:pic>
        <p:nvPicPr>
          <p:cNvPr id="7" name="图片 6" descr="白底校训"/>
          <p:cNvPicPr>
            <a:picLocks noChangeAspect="1"/>
          </p:cNvPicPr>
          <p:nvPr/>
        </p:nvPicPr>
        <p:blipFill>
          <a:blip r:embed="rId4"/>
          <a:srcRect b="59549"/>
          <a:stretch>
            <a:fillRect/>
          </a:stretch>
        </p:blipFill>
        <p:spPr>
          <a:xfrm>
            <a:off x="9244236" y="6318450"/>
            <a:ext cx="1512664" cy="432951"/>
          </a:xfrm>
          <a:prstGeom prst="rect">
            <a:avLst/>
          </a:prstGeom>
        </p:spPr>
      </p:pic>
      <p:sp>
        <p:nvSpPr>
          <p:cNvPr id="4" name="椭圆 3"/>
          <p:cNvSpPr/>
          <p:nvPr/>
        </p:nvSpPr>
        <p:spPr>
          <a:xfrm>
            <a:off x="5006340" y="134620"/>
            <a:ext cx="2093595" cy="2093595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 descr="白底校训"/>
          <p:cNvPicPr>
            <a:picLocks noChangeAspect="1"/>
          </p:cNvPicPr>
          <p:nvPr/>
        </p:nvPicPr>
        <p:blipFill>
          <a:blip r:embed="rId4"/>
          <a:srcRect l="389" t="40451" b="19538"/>
          <a:stretch>
            <a:fillRect/>
          </a:stretch>
        </p:blipFill>
        <p:spPr>
          <a:xfrm>
            <a:off x="10700385" y="6308725"/>
            <a:ext cx="1512664" cy="429894"/>
          </a:xfrm>
          <a:prstGeom prst="rect">
            <a:avLst/>
          </a:prstGeom>
        </p:spPr>
      </p:pic>
      <p:pic>
        <p:nvPicPr>
          <p:cNvPr id="6" name="图片 5" descr="7.5校徽组合(转曲版）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0158" y="198438"/>
            <a:ext cx="1965960" cy="1965960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270" y="0"/>
            <a:ext cx="4209415" cy="6858000"/>
          </a:xfrm>
          <a:prstGeom prst="rect">
            <a:avLst/>
          </a:prstGeom>
          <a:solidFill>
            <a:srgbClr val="003D8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3D83"/>
              </a:solidFill>
            </a:endParaRPr>
          </a:p>
        </p:txBody>
      </p:sp>
      <p:pic>
        <p:nvPicPr>
          <p:cNvPr id="17" name="图片 16" descr="建筑黄色线描"/>
          <p:cNvPicPr>
            <a:picLocks noChangeAspect="1"/>
          </p:cNvPicPr>
          <p:nvPr/>
        </p:nvPicPr>
        <p:blipFill>
          <a:blip r:embed="rId1"/>
          <a:srcRect l="17109" t="40278" r="26487" b="29926"/>
          <a:stretch>
            <a:fillRect/>
          </a:stretch>
        </p:blipFill>
        <p:spPr>
          <a:xfrm>
            <a:off x="-52705" y="5435600"/>
            <a:ext cx="4261485" cy="1592580"/>
          </a:xfrm>
          <a:prstGeom prst="rect">
            <a:avLst/>
          </a:prstGeom>
        </p:spPr>
      </p:pic>
      <p:sp>
        <p:nvSpPr>
          <p:cNvPr id="40" name="矩形 39"/>
          <p:cNvSpPr/>
          <p:nvPr>
            <p:custDataLst>
              <p:tags r:id="rId2"/>
            </p:custDataLst>
          </p:nvPr>
        </p:nvSpPr>
        <p:spPr>
          <a:xfrm>
            <a:off x="5845175" y="1851660"/>
            <a:ext cx="535940" cy="535940"/>
          </a:xfrm>
          <a:prstGeom prst="rect">
            <a:avLst/>
          </a:prstGeom>
          <a:solidFill>
            <a:srgbClr val="003D83"/>
          </a:solidFill>
          <a:ln w="28575" cmpd="dbl">
            <a:solidFill>
              <a:srgbClr val="0A2259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3D83"/>
              </a:solidFill>
            </a:endParaRPr>
          </a:p>
        </p:txBody>
      </p:sp>
      <p:sp>
        <p:nvSpPr>
          <p:cNvPr id="9" name="矩形 8"/>
          <p:cNvSpPr/>
          <p:nvPr>
            <p:custDataLst>
              <p:tags r:id="rId3"/>
            </p:custDataLst>
          </p:nvPr>
        </p:nvSpPr>
        <p:spPr>
          <a:xfrm>
            <a:off x="5845175" y="2763520"/>
            <a:ext cx="535940" cy="535940"/>
          </a:xfrm>
          <a:prstGeom prst="rect">
            <a:avLst/>
          </a:prstGeom>
          <a:solidFill>
            <a:srgbClr val="003D83"/>
          </a:solidFill>
          <a:ln w="28575" cmpd="dbl">
            <a:solidFill>
              <a:srgbClr val="10285D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3D83"/>
              </a:solidFill>
            </a:endParaRPr>
          </a:p>
        </p:txBody>
      </p:sp>
      <p:sp>
        <p:nvSpPr>
          <p:cNvPr id="3" name="矩形 2"/>
          <p:cNvSpPr/>
          <p:nvPr>
            <p:custDataLst>
              <p:tags r:id="rId4"/>
            </p:custDataLst>
          </p:nvPr>
        </p:nvSpPr>
        <p:spPr>
          <a:xfrm>
            <a:off x="5845175" y="3675380"/>
            <a:ext cx="535940" cy="535940"/>
          </a:xfrm>
          <a:prstGeom prst="rect">
            <a:avLst/>
          </a:prstGeom>
          <a:solidFill>
            <a:srgbClr val="003D83"/>
          </a:solidFill>
          <a:ln w="28575" cmpd="dbl">
            <a:solidFill>
              <a:srgbClr val="0D245A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3D83"/>
              </a:solidFill>
            </a:endParaRPr>
          </a:p>
        </p:txBody>
      </p:sp>
      <p:sp>
        <p:nvSpPr>
          <p:cNvPr id="45" name="文本框 44"/>
          <p:cNvSpPr txBox="1"/>
          <p:nvPr>
            <p:custDataLst>
              <p:tags r:id="rId5"/>
            </p:custDataLst>
          </p:nvPr>
        </p:nvSpPr>
        <p:spPr>
          <a:xfrm>
            <a:off x="5862955" y="1930717"/>
            <a:ext cx="612775" cy="3524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400" b="1" dirty="0">
                <a:solidFill>
                  <a:srgbClr val="FFFFFF"/>
                </a:solidFill>
                <a:latin typeface="方正小标宋简体" panose="02000000000000000000" pitchFamily="65" charset="-122"/>
                <a:ea typeface="方正小标宋简体" panose="02000000000000000000" pitchFamily="65" charset="-122"/>
                <a:sym typeface="方正小标宋简体" panose="02000000000000000000" pitchFamily="65" charset="-122"/>
              </a:rPr>
              <a:t>01</a:t>
            </a:r>
            <a:endParaRPr lang="en-US" altLang="zh-CN" sz="2400" b="1" dirty="0">
              <a:solidFill>
                <a:srgbClr val="FFFFFF"/>
              </a:solidFill>
              <a:latin typeface="方正小标宋简体" panose="02000000000000000000" pitchFamily="65" charset="-122"/>
              <a:ea typeface="方正小标宋简体" panose="02000000000000000000" pitchFamily="65" charset="-122"/>
              <a:sym typeface="方正小标宋简体" panose="02000000000000000000" pitchFamily="65" charset="-122"/>
            </a:endParaRPr>
          </a:p>
        </p:txBody>
      </p:sp>
      <p:sp>
        <p:nvSpPr>
          <p:cNvPr id="46" name="文本框 45"/>
          <p:cNvSpPr txBox="1"/>
          <p:nvPr>
            <p:custDataLst>
              <p:tags r:id="rId6"/>
            </p:custDataLst>
          </p:nvPr>
        </p:nvSpPr>
        <p:spPr>
          <a:xfrm>
            <a:off x="5854065" y="2833370"/>
            <a:ext cx="612775" cy="3524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400" b="1">
                <a:solidFill>
                  <a:srgbClr val="FFFFFF"/>
                </a:solidFill>
                <a:latin typeface="方正小标宋简体" panose="02000000000000000000" pitchFamily="65" charset="-122"/>
                <a:ea typeface="方正小标宋简体" panose="02000000000000000000" pitchFamily="65" charset="-122"/>
                <a:sym typeface="方正小标宋简体" panose="02000000000000000000" pitchFamily="65" charset="-122"/>
              </a:rPr>
              <a:t>02</a:t>
            </a:r>
            <a:endParaRPr lang="en-US" altLang="zh-CN" sz="2400" b="1">
              <a:solidFill>
                <a:srgbClr val="FFFFFF"/>
              </a:solidFill>
              <a:latin typeface="方正小标宋简体" panose="02000000000000000000" pitchFamily="65" charset="-122"/>
              <a:ea typeface="方正小标宋简体" panose="02000000000000000000" pitchFamily="65" charset="-122"/>
              <a:sym typeface="方正小标宋简体" panose="02000000000000000000" pitchFamily="65" charset="-122"/>
            </a:endParaRPr>
          </a:p>
        </p:txBody>
      </p:sp>
      <p:sp>
        <p:nvSpPr>
          <p:cNvPr id="47" name="文本框 46"/>
          <p:cNvSpPr txBox="1"/>
          <p:nvPr>
            <p:custDataLst>
              <p:tags r:id="rId7"/>
            </p:custDataLst>
          </p:nvPr>
        </p:nvSpPr>
        <p:spPr>
          <a:xfrm>
            <a:off x="5862955" y="3731895"/>
            <a:ext cx="612775" cy="3524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400" b="1">
                <a:solidFill>
                  <a:srgbClr val="FFFFFF"/>
                </a:solidFill>
                <a:latin typeface="方正小标宋简体" panose="02000000000000000000" pitchFamily="65" charset="-122"/>
                <a:ea typeface="方正小标宋简体" panose="02000000000000000000" pitchFamily="65" charset="-122"/>
                <a:sym typeface="方正小标宋简体" panose="02000000000000000000" pitchFamily="65" charset="-122"/>
              </a:rPr>
              <a:t>03</a:t>
            </a:r>
            <a:endParaRPr lang="en-US" altLang="zh-CN" sz="2400" b="1">
              <a:solidFill>
                <a:srgbClr val="FFFFFF"/>
              </a:solidFill>
              <a:latin typeface="方正小标宋简体" panose="02000000000000000000" pitchFamily="65" charset="-122"/>
              <a:ea typeface="方正小标宋简体" panose="02000000000000000000" pitchFamily="65" charset="-122"/>
              <a:sym typeface="方正小标宋简体" panose="02000000000000000000" pitchFamily="65" charset="-122"/>
            </a:endParaRPr>
          </a:p>
        </p:txBody>
      </p:sp>
      <p:sp>
        <p:nvSpPr>
          <p:cNvPr id="48" name="文本框 47"/>
          <p:cNvSpPr txBox="1"/>
          <p:nvPr>
            <p:custDataLst>
              <p:tags r:id="rId8"/>
            </p:custDataLst>
          </p:nvPr>
        </p:nvSpPr>
        <p:spPr>
          <a:xfrm>
            <a:off x="5862955" y="4658360"/>
            <a:ext cx="612775" cy="3524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400" b="1">
                <a:solidFill>
                  <a:srgbClr val="FFFFFF"/>
                </a:solidFill>
                <a:latin typeface="方正小标宋简体" panose="02000000000000000000" pitchFamily="65" charset="-122"/>
                <a:ea typeface="方正小标宋简体" panose="02000000000000000000" pitchFamily="65" charset="-122"/>
                <a:sym typeface="方正小标宋简体" panose="02000000000000000000" pitchFamily="65" charset="-122"/>
              </a:rPr>
              <a:t>04</a:t>
            </a:r>
            <a:endParaRPr lang="en-US" altLang="zh-CN" sz="2400" b="1">
              <a:solidFill>
                <a:srgbClr val="FFFFFF"/>
              </a:solidFill>
              <a:latin typeface="方正小标宋简体" panose="02000000000000000000" pitchFamily="65" charset="-122"/>
              <a:ea typeface="方正小标宋简体" panose="02000000000000000000" pitchFamily="65" charset="-122"/>
              <a:sym typeface="方正小标宋简体" panose="02000000000000000000" pitchFamily="65" charset="-122"/>
            </a:endParaRPr>
          </a:p>
        </p:txBody>
      </p:sp>
      <p:sp>
        <p:nvSpPr>
          <p:cNvPr id="49" name="文本框 48"/>
          <p:cNvSpPr txBox="1"/>
          <p:nvPr>
            <p:custDataLst>
              <p:tags r:id="rId9"/>
            </p:custDataLst>
          </p:nvPr>
        </p:nvSpPr>
        <p:spPr>
          <a:xfrm>
            <a:off x="6713697" y="1737004"/>
            <a:ext cx="3785345" cy="6508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l">
              <a:lnSpc>
                <a:spcPct val="130000"/>
              </a:lnSpc>
              <a:buClrTx/>
              <a:buSzTx/>
              <a:buFontTx/>
            </a:pPr>
            <a:r>
              <a:rPr lang="zh-CN" altLang="en-US" sz="2800" b="1" dirty="0">
                <a:solidFill>
                  <a:srgbClr val="003D83"/>
                </a:solidFill>
                <a:latin typeface="思源黑体 CN Medium" panose="020B0600000000000000" charset="-122"/>
                <a:ea typeface="思源黑体 CN Medium" panose="020B0600000000000000" charset="-122"/>
                <a:sym typeface="+mn-ea"/>
              </a:rPr>
              <a:t>做什么</a:t>
            </a:r>
            <a:endParaRPr lang="zh-CN" altLang="en-US" sz="2800" b="1" dirty="0">
              <a:solidFill>
                <a:srgbClr val="003D83"/>
              </a:solidFill>
              <a:latin typeface="思源黑体 CN Medium" panose="020B0600000000000000" charset="-122"/>
              <a:ea typeface="思源黑体 CN Medium" panose="020B0600000000000000" charset="-122"/>
              <a:sym typeface="+mn-ea"/>
            </a:endParaRPr>
          </a:p>
        </p:txBody>
      </p:sp>
      <p:sp>
        <p:nvSpPr>
          <p:cNvPr id="15" name="文本框 14"/>
          <p:cNvSpPr txBox="1"/>
          <p:nvPr>
            <p:custDataLst>
              <p:tags r:id="rId10"/>
            </p:custDataLst>
          </p:nvPr>
        </p:nvSpPr>
        <p:spPr>
          <a:xfrm>
            <a:off x="6713697" y="2648864"/>
            <a:ext cx="3785345" cy="6508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l">
              <a:lnSpc>
                <a:spcPct val="130000"/>
              </a:lnSpc>
              <a:buClrTx/>
              <a:buSzTx/>
              <a:buFontTx/>
            </a:pPr>
            <a:r>
              <a:rPr lang="zh-CN" altLang="en-US" sz="2800" b="1" dirty="0">
                <a:solidFill>
                  <a:srgbClr val="003D83"/>
                </a:solidFill>
                <a:latin typeface="思源黑体 CN Medium" panose="020B0600000000000000" charset="-122"/>
                <a:ea typeface="思源黑体 CN Medium" panose="020B0600000000000000" charset="-122"/>
                <a:sym typeface="+mn-ea"/>
              </a:rPr>
              <a:t>怎么做</a:t>
            </a:r>
            <a:endParaRPr lang="zh-CN" altLang="en-US" sz="2800" b="1" dirty="0">
              <a:solidFill>
                <a:srgbClr val="003D83"/>
              </a:solidFill>
              <a:latin typeface="思源黑体 CN Medium" panose="020B0600000000000000" charset="-122"/>
              <a:ea typeface="思源黑体 CN Medium" panose="020B0600000000000000" charset="-122"/>
              <a:sym typeface="+mn-ea"/>
            </a:endParaRPr>
          </a:p>
        </p:txBody>
      </p:sp>
      <p:sp>
        <p:nvSpPr>
          <p:cNvPr id="16" name="文本框 15"/>
          <p:cNvSpPr txBox="1"/>
          <p:nvPr>
            <p:custDataLst>
              <p:tags r:id="rId11"/>
            </p:custDataLst>
          </p:nvPr>
        </p:nvSpPr>
        <p:spPr>
          <a:xfrm>
            <a:off x="6713697" y="3587394"/>
            <a:ext cx="3785345" cy="6508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l">
              <a:lnSpc>
                <a:spcPct val="130000"/>
              </a:lnSpc>
              <a:buClrTx/>
              <a:buSzTx/>
              <a:buFontTx/>
            </a:pPr>
            <a:r>
              <a:rPr lang="zh-CN" altLang="en-US" sz="2800" b="1" dirty="0">
                <a:solidFill>
                  <a:srgbClr val="003D83"/>
                </a:solidFill>
                <a:latin typeface="思源黑体 CN Medium" panose="020B0600000000000000" charset="-122"/>
                <a:ea typeface="思源黑体 CN Medium" panose="020B0600000000000000" charset="-122"/>
                <a:sym typeface="+mn-ea"/>
              </a:rPr>
              <a:t>分工</a:t>
            </a:r>
            <a:endParaRPr lang="zh-CN" altLang="en-US" sz="2800" b="1" dirty="0">
              <a:solidFill>
                <a:srgbClr val="003D83"/>
              </a:solidFill>
              <a:latin typeface="思源黑体 CN Medium" panose="020B0600000000000000" charset="-122"/>
              <a:ea typeface="思源黑体 CN Medium" panose="020B0600000000000000" charset="-122"/>
              <a:sym typeface="+mn-ea"/>
            </a:endParaRPr>
          </a:p>
        </p:txBody>
      </p:sp>
      <p:pic>
        <p:nvPicPr>
          <p:cNvPr id="25" name="图片 24" descr="校训"/>
          <p:cNvPicPr>
            <a:picLocks noChangeAspect="1"/>
          </p:cNvPicPr>
          <p:nvPr/>
        </p:nvPicPr>
        <p:blipFill>
          <a:blip r:embed="rId12"/>
          <a:srcRect b="60826"/>
          <a:stretch>
            <a:fillRect/>
          </a:stretch>
        </p:blipFill>
        <p:spPr>
          <a:xfrm>
            <a:off x="9245600" y="6313805"/>
            <a:ext cx="1522095" cy="421640"/>
          </a:xfrm>
          <a:prstGeom prst="rect">
            <a:avLst/>
          </a:prstGeom>
        </p:spPr>
      </p:pic>
      <p:pic>
        <p:nvPicPr>
          <p:cNvPr id="26" name="图片 25" descr="校训"/>
          <p:cNvPicPr>
            <a:picLocks noChangeAspect="1"/>
          </p:cNvPicPr>
          <p:nvPr/>
        </p:nvPicPr>
        <p:blipFill>
          <a:blip r:embed="rId12"/>
          <a:srcRect t="41062" b="18997"/>
          <a:stretch>
            <a:fillRect/>
          </a:stretch>
        </p:blipFill>
        <p:spPr>
          <a:xfrm>
            <a:off x="10689590" y="6305550"/>
            <a:ext cx="1522095" cy="429895"/>
          </a:xfrm>
          <a:prstGeom prst="rect">
            <a:avLst/>
          </a:prstGeom>
        </p:spPr>
      </p:pic>
      <p:sp>
        <p:nvSpPr>
          <p:cNvPr id="7" name="矩形 6"/>
          <p:cNvSpPr/>
          <p:nvPr>
            <p:custDataLst>
              <p:tags r:id="rId13"/>
            </p:custDataLst>
          </p:nvPr>
        </p:nvSpPr>
        <p:spPr>
          <a:xfrm>
            <a:off x="687070" y="3100705"/>
            <a:ext cx="2844165" cy="951865"/>
          </a:xfrm>
          <a:prstGeom prst="rect">
            <a:avLst/>
          </a:prstGeom>
          <a:noFill/>
          <a:ln w="12700">
            <a:solidFill>
              <a:srgbClr val="F4E6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4E6D9"/>
              </a:solidFill>
              <a:cs typeface="思源黑体 CN Normal" panose="020B0400000000000000" charset="-122"/>
            </a:endParaRPr>
          </a:p>
        </p:txBody>
      </p:sp>
      <p:sp>
        <p:nvSpPr>
          <p:cNvPr id="29" name="文本框 28"/>
          <p:cNvSpPr txBox="1"/>
          <p:nvPr>
            <p:custDataLst>
              <p:tags r:id="rId14"/>
            </p:custDataLst>
          </p:nvPr>
        </p:nvSpPr>
        <p:spPr>
          <a:xfrm>
            <a:off x="803275" y="2106930"/>
            <a:ext cx="260540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800">
                <a:ln>
                  <a:noFill/>
                </a:ln>
                <a:solidFill>
                  <a:srgbClr val="F4E6D9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Normal" panose="020B0400000000000000" charset="-122"/>
              </a:rPr>
              <a:t>目</a:t>
            </a:r>
            <a:r>
              <a:rPr lang="en-US" altLang="zh-CN" sz="4800">
                <a:ln>
                  <a:noFill/>
                </a:ln>
                <a:solidFill>
                  <a:srgbClr val="F4E6D9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Normal" panose="020B0400000000000000" charset="-122"/>
              </a:rPr>
              <a:t>  </a:t>
            </a:r>
            <a:r>
              <a:rPr lang="zh-CN" altLang="en-US" sz="4800">
                <a:ln>
                  <a:noFill/>
                </a:ln>
                <a:solidFill>
                  <a:srgbClr val="F4E6D9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Normal" panose="020B0400000000000000" charset="-122"/>
              </a:rPr>
              <a:t>录</a:t>
            </a:r>
            <a:endParaRPr lang="zh-CN" altLang="en-US" sz="4800">
              <a:ln>
                <a:noFill/>
              </a:ln>
              <a:solidFill>
                <a:srgbClr val="F4E6D9"/>
              </a:solidFill>
              <a:latin typeface="思源黑体 CN Bold" panose="020B0800000000000000" charset="-122"/>
              <a:ea typeface="思源黑体 CN Bold" panose="020B0800000000000000" charset="-122"/>
              <a:cs typeface="思源黑体 CN Normal" panose="020B0400000000000000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15"/>
            </p:custDataLst>
          </p:nvPr>
        </p:nvSpPr>
        <p:spPr>
          <a:xfrm>
            <a:off x="360045" y="3284855"/>
            <a:ext cx="34912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>
                <a:ln>
                  <a:noFill/>
                </a:ln>
                <a:solidFill>
                  <a:srgbClr val="F4E6D9"/>
                </a:solidFill>
                <a:latin typeface="思源黑体 CN Light" panose="020B0300000000000000" charset="-122"/>
                <a:ea typeface="思源黑体 CN Light" panose="020B0300000000000000" charset="-122"/>
                <a:cs typeface="思源黑体 CN Normal" panose="020B0400000000000000" charset="-122"/>
              </a:rPr>
              <a:t>CONTENTS</a:t>
            </a:r>
            <a:endParaRPr lang="en-US" altLang="zh-CN" sz="3200">
              <a:ln>
                <a:noFill/>
              </a:ln>
              <a:solidFill>
                <a:srgbClr val="F4E6D9"/>
              </a:solidFill>
              <a:latin typeface="思源黑体 CN Light" panose="020B0300000000000000" charset="-122"/>
              <a:ea typeface="思源黑体 CN Light" panose="020B0300000000000000" charset="-122"/>
              <a:cs typeface="思源黑体 CN Normal" panose="020B0400000000000000" charset="-122"/>
            </a:endParaRPr>
          </a:p>
        </p:txBody>
      </p:sp>
      <p:pic>
        <p:nvPicPr>
          <p:cNvPr id="8" name="图片 7" descr="3校徽组合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90830" y="238125"/>
            <a:ext cx="1821180" cy="508000"/>
          </a:xfrm>
          <a:prstGeom prst="rect">
            <a:avLst/>
          </a:prstGeom>
        </p:spPr>
      </p:pic>
    </p:spTree>
    <p:custDataLst>
      <p:tags r:id="rId17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D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270" y="1797050"/>
            <a:ext cx="12190730" cy="30619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0" y="1797050"/>
            <a:ext cx="12190730" cy="117475"/>
          </a:xfrm>
          <a:prstGeom prst="rect">
            <a:avLst/>
          </a:prstGeom>
          <a:solidFill>
            <a:srgbClr val="F4E6D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4728845"/>
            <a:ext cx="12190730" cy="130175"/>
          </a:xfrm>
          <a:prstGeom prst="rect">
            <a:avLst/>
          </a:prstGeom>
          <a:solidFill>
            <a:srgbClr val="F4E6D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 descr="白底校训"/>
          <p:cNvPicPr>
            <a:picLocks noChangeAspect="1"/>
          </p:cNvPicPr>
          <p:nvPr/>
        </p:nvPicPr>
        <p:blipFill>
          <a:blip r:embed="rId1"/>
          <a:srcRect b="59549"/>
          <a:stretch>
            <a:fillRect/>
          </a:stretch>
        </p:blipFill>
        <p:spPr>
          <a:xfrm>
            <a:off x="9325610" y="6370320"/>
            <a:ext cx="1442085" cy="412750"/>
          </a:xfrm>
          <a:prstGeom prst="rect">
            <a:avLst/>
          </a:prstGeom>
        </p:spPr>
      </p:pic>
      <p:pic>
        <p:nvPicPr>
          <p:cNvPr id="9" name="图片 8" descr="白底校训"/>
          <p:cNvPicPr>
            <a:picLocks noChangeAspect="1"/>
          </p:cNvPicPr>
          <p:nvPr/>
        </p:nvPicPr>
        <p:blipFill>
          <a:blip r:embed="rId1"/>
          <a:srcRect l="389" t="40451" b="19538"/>
          <a:stretch>
            <a:fillRect/>
          </a:stretch>
        </p:blipFill>
        <p:spPr>
          <a:xfrm>
            <a:off x="10767695" y="6370320"/>
            <a:ext cx="1434465" cy="407670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2"/>
            </p:custDataLst>
          </p:nvPr>
        </p:nvSpPr>
        <p:spPr>
          <a:xfrm>
            <a:off x="957580" y="2445385"/>
            <a:ext cx="2232025" cy="929005"/>
          </a:xfrm>
          <a:prstGeom prst="rect">
            <a:avLst/>
          </a:prstGeom>
          <a:noFill/>
        </p:spPr>
        <p:txBody>
          <a:bodyPr wrap="square" lIns="0" rtlCol="0">
            <a:noAutofit/>
          </a:bodyPr>
          <a:lstStyle/>
          <a:p>
            <a:pPr marL="0"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9600" b="1" dirty="0">
                <a:solidFill>
                  <a:srgbClr val="F4E6D9"/>
                </a:solidFill>
                <a:latin typeface="思源黑体 CN Heavy" panose="020B0A00000000000000" charset="-122"/>
                <a:ea typeface="思源黑体 CN Heavy" panose="020B0A00000000000000" charset="-122"/>
              </a:rPr>
              <a:t>01</a:t>
            </a:r>
            <a:endParaRPr lang="en-US" sz="9600" b="1" dirty="0">
              <a:solidFill>
                <a:srgbClr val="F4E6D9"/>
              </a:solidFill>
              <a:latin typeface="思源黑体 CN Heavy" panose="020B0A00000000000000" charset="-122"/>
              <a:ea typeface="思源黑体 CN Heavy" panose="020B0A00000000000000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3"/>
            </p:custDataLst>
          </p:nvPr>
        </p:nvSpPr>
        <p:spPr>
          <a:xfrm>
            <a:off x="3646805" y="2698115"/>
            <a:ext cx="7186295" cy="970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>
              <a:lnSpc>
                <a:spcPct val="130000"/>
              </a:lnSpc>
              <a:buClrTx/>
              <a:buSzTx/>
              <a:buFontTx/>
            </a:pPr>
            <a:r>
              <a:rPr lang="en-US" altLang="zh-CN" sz="4400" b="1" dirty="0">
                <a:solidFill>
                  <a:srgbClr val="003D83"/>
                </a:solidFill>
                <a:latin typeface="思源黑体 CN Medium" panose="020B0600000000000000" charset="-122"/>
                <a:ea typeface="思源黑体 CN Medium" panose="020B0600000000000000" charset="-122"/>
                <a:sym typeface="+mn-ea"/>
              </a:rPr>
              <a:t> 	 	</a:t>
            </a:r>
            <a:r>
              <a:rPr lang="zh-CN" altLang="en-US" sz="4400" b="1" dirty="0">
                <a:solidFill>
                  <a:srgbClr val="003D83"/>
                </a:solidFill>
                <a:latin typeface="思源黑体 CN Medium" panose="020B0600000000000000" charset="-122"/>
                <a:ea typeface="思源黑体 CN Medium" panose="020B0600000000000000" charset="-122"/>
                <a:sym typeface="+mn-ea"/>
              </a:rPr>
              <a:t>做什么</a:t>
            </a:r>
            <a:endParaRPr lang="zh-CN" altLang="en-US" sz="4400" b="1" dirty="0">
              <a:solidFill>
                <a:srgbClr val="003D83"/>
              </a:solidFill>
              <a:latin typeface="思源黑体 CN Heavy" panose="020B0A00000000000000" charset="-122"/>
              <a:ea typeface="思源黑体 CN Heavy" panose="020B0A00000000000000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3273425" y="2786380"/>
            <a:ext cx="76200" cy="929005"/>
          </a:xfrm>
          <a:prstGeom prst="rect">
            <a:avLst/>
          </a:prstGeom>
          <a:solidFill>
            <a:srgbClr val="003D8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 descr="3校徽组合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830" y="238125"/>
            <a:ext cx="1821180" cy="50800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1405255" y="1172210"/>
            <a:ext cx="4070985" cy="5156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lnSpc>
                <a:spcPct val="130000"/>
              </a:lnSpc>
            </a:pPr>
            <a:endParaRPr lang="zh-CN" altLang="en-US" sz="2000" dirty="0">
              <a:latin typeface="+mn-ea"/>
            </a:endParaRPr>
          </a:p>
        </p:txBody>
      </p:sp>
      <p:sp>
        <p:nvSpPr>
          <p:cNvPr id="33" name="文本框 32"/>
          <p:cNvSpPr txBox="1"/>
          <p:nvPr>
            <p:custDataLst>
              <p:tags r:id="rId1"/>
            </p:custDataLst>
          </p:nvPr>
        </p:nvSpPr>
        <p:spPr>
          <a:xfrm>
            <a:off x="827405" y="2306320"/>
            <a:ext cx="85852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2000" b="1" spc="150" dirty="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sym typeface="Arial" panose="020B0604020202020204" pitchFamily="34" charset="0"/>
              </a:rPr>
              <a:t>01</a:t>
            </a:r>
            <a:endParaRPr lang="en-US" altLang="zh-CN" sz="2000" b="1" spc="150" dirty="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35" name="文本框 34"/>
          <p:cNvSpPr txBox="1"/>
          <p:nvPr>
            <p:custDataLst>
              <p:tags r:id="rId2"/>
            </p:custDataLst>
          </p:nvPr>
        </p:nvSpPr>
        <p:spPr>
          <a:xfrm>
            <a:off x="870585" y="4852670"/>
            <a:ext cx="85852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2000" b="1" spc="150" dirty="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sym typeface="Arial" panose="020B0604020202020204" pitchFamily="34" charset="0"/>
              </a:rPr>
              <a:t>02</a:t>
            </a:r>
            <a:endParaRPr lang="en-US" altLang="zh-CN" sz="2000" b="1" spc="150" dirty="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18" name="椭圆 17"/>
          <p:cNvSpPr/>
          <p:nvPr>
            <p:custDataLst>
              <p:tags r:id="rId3"/>
            </p:custDataLst>
          </p:nvPr>
        </p:nvSpPr>
        <p:spPr>
          <a:xfrm>
            <a:off x="1219243" y="1235695"/>
            <a:ext cx="550673" cy="550673"/>
          </a:xfrm>
          <a:prstGeom prst="ellipse">
            <a:avLst/>
          </a:prstGeom>
          <a:solidFill>
            <a:srgbClr val="003D8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en-US" altLang="zh-CN" sz="1400" b="1" dirty="0">
              <a:solidFill>
                <a:srgbClr val="003D83"/>
              </a:solidFill>
            </a:endParaRPr>
          </a:p>
        </p:txBody>
      </p:sp>
      <p:cxnSp>
        <p:nvCxnSpPr>
          <p:cNvPr id="16" name="直接连接符 15"/>
          <p:cNvCxnSpPr/>
          <p:nvPr>
            <p:custDataLst>
              <p:tags r:id="rId4"/>
            </p:custDataLst>
          </p:nvPr>
        </p:nvCxnSpPr>
        <p:spPr>
          <a:xfrm>
            <a:off x="1495000" y="1766190"/>
            <a:ext cx="0" cy="1114798"/>
          </a:xfrm>
          <a:prstGeom prst="line">
            <a:avLst/>
          </a:prstGeom>
          <a:ln w="12700">
            <a:solidFill>
              <a:srgbClr val="003D8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椭圆 18"/>
          <p:cNvSpPr/>
          <p:nvPr>
            <p:custDataLst>
              <p:tags r:id="rId5"/>
            </p:custDataLst>
          </p:nvPr>
        </p:nvSpPr>
        <p:spPr>
          <a:xfrm>
            <a:off x="1219243" y="2866696"/>
            <a:ext cx="550673" cy="550673"/>
          </a:xfrm>
          <a:prstGeom prst="ellipse">
            <a:avLst/>
          </a:prstGeom>
          <a:solidFill>
            <a:srgbClr val="003D8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en-US" altLang="zh-CN" sz="1400" b="1" dirty="0">
              <a:solidFill>
                <a:srgbClr val="003D83"/>
              </a:solidFill>
            </a:endParaRPr>
          </a:p>
        </p:txBody>
      </p:sp>
      <p:sp>
        <p:nvSpPr>
          <p:cNvPr id="8" name="Object 902"/>
          <p:cNvSpPr txBox="1"/>
          <p:nvPr>
            <p:custDataLst>
              <p:tags r:id="rId6"/>
            </p:custDataLst>
          </p:nvPr>
        </p:nvSpPr>
        <p:spPr>
          <a:xfrm>
            <a:off x="2009775" y="1322705"/>
            <a:ext cx="2477770" cy="299085"/>
          </a:xfrm>
          <a:prstGeom prst="rect">
            <a:avLst/>
          </a:prstGeom>
        </p:spPr>
        <p:txBody>
          <a:bodyPr vert="horz" lIns="47625" tIns="19050" rIns="47625" bIns="19050" rtlCol="0" anchor="t" anchorCtr="0">
            <a:noAutofit/>
          </a:bodyPr>
          <a:lstStyle/>
          <a:p>
            <a:pPr marL="0" indent="0" algn="l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charset="-122"/>
                <a:ea typeface="思源黑体 CN Normal" panose="020B0400000000000000" charset="-122"/>
                <a:sym typeface="+mn-ea"/>
              </a:rPr>
              <a:t>现状</a:t>
            </a:r>
            <a:endParaRPr lang="zh-CN" altLang="zh-CN" sz="2400" b="1" spc="80" dirty="0">
              <a:solidFill>
                <a:srgbClr val="003D83"/>
              </a:solidFill>
              <a:uFillTx/>
              <a:latin typeface="思源黑体 CN Heavy" panose="020B0A00000000000000" charset="-122"/>
              <a:ea typeface="思源黑体 CN Heavy" panose="020B0A00000000000000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7"/>
            </p:custDataLst>
          </p:nvPr>
        </p:nvSpPr>
        <p:spPr>
          <a:xfrm>
            <a:off x="1231943" y="1276895"/>
            <a:ext cx="550672" cy="516413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algn="ctr"/>
            <a:r>
              <a:rPr lang="en-US" altLang="zh-CN" sz="2000" b="1" dirty="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lang="en-US" altLang="zh-CN" sz="2000" b="1" dirty="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8"/>
            </p:custDataLst>
          </p:nvPr>
        </p:nvSpPr>
        <p:spPr>
          <a:xfrm>
            <a:off x="1219835" y="2890520"/>
            <a:ext cx="550545" cy="509905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algn="ctr"/>
            <a:r>
              <a:rPr lang="en-US" altLang="zh-CN" sz="2000" b="1" dirty="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lang="en-US" altLang="zh-CN" sz="2000" b="1" dirty="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Object 902"/>
          <p:cNvSpPr txBox="1"/>
          <p:nvPr>
            <p:custDataLst>
              <p:tags r:id="rId9"/>
            </p:custDataLst>
          </p:nvPr>
        </p:nvSpPr>
        <p:spPr>
          <a:xfrm>
            <a:off x="2009775" y="2938145"/>
            <a:ext cx="2477770" cy="299085"/>
          </a:xfrm>
          <a:prstGeom prst="rect">
            <a:avLst/>
          </a:prstGeom>
        </p:spPr>
        <p:txBody>
          <a:bodyPr vert="horz" lIns="47625" tIns="19050" rIns="47625" bIns="19050" rtlCol="0" anchor="t" anchorCtr="0">
            <a:noAutofit/>
          </a:bodyPr>
          <a:lstStyle/>
          <a:p>
            <a:pPr lvl="0" algn="l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2400" b="1" spc="80" dirty="0">
                <a:solidFill>
                  <a:srgbClr val="003D83"/>
                </a:solidFill>
                <a:uFillTx/>
                <a:latin typeface="思源黑体 CN Heavy" panose="020B0A00000000000000" charset="-122"/>
                <a:ea typeface="思源黑体 CN Heavy" panose="020B0A00000000000000" charset="-122"/>
                <a:sym typeface="+mn-ea"/>
              </a:rPr>
              <a:t>目标</a:t>
            </a:r>
            <a:endParaRPr lang="zh-CN" altLang="en-US" sz="2400" b="1" spc="80" dirty="0">
              <a:solidFill>
                <a:srgbClr val="003D83"/>
              </a:solidFill>
              <a:uFillTx/>
              <a:latin typeface="思源黑体 CN Heavy" panose="020B0A00000000000000" charset="-122"/>
              <a:ea typeface="思源黑体 CN Heavy" panose="020B0A00000000000000" charset="-122"/>
              <a:sym typeface="+mn-ea"/>
            </a:endParaRPr>
          </a:p>
        </p:txBody>
      </p:sp>
      <p:sp>
        <p:nvSpPr>
          <p:cNvPr id="12" name="TextBox 2"/>
          <p:cNvSpPr/>
          <p:nvPr>
            <p:custDataLst>
              <p:tags r:id="rId10"/>
            </p:custDataLst>
          </p:nvPr>
        </p:nvSpPr>
        <p:spPr bwMode="auto">
          <a:xfrm>
            <a:off x="2009775" y="1687830"/>
            <a:ext cx="9404985" cy="922020"/>
          </a:xfrm>
          <a:prstGeom prst="rect">
            <a:avLst/>
          </a:prstGeom>
        </p:spPr>
        <p:txBody>
          <a:bodyPr wrap="square" lIns="91440" tIns="45720" rIns="91440" bIns="45720" rtlCol="0" anchor="t" anchorCtr="0">
            <a:spAutoFit/>
          </a:bodyPr>
          <a:lstStyle>
            <a:defPPr>
              <a:defRPr lang="zh-CN"/>
            </a:defPPr>
            <a:lvl1pPr algn="just">
              <a:lnSpc>
                <a:spcPct val="120000"/>
              </a:lnSpc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+mn-ea"/>
              </a:defRPr>
            </a:lvl1pPr>
          </a:lstStyle>
          <a:p>
            <a: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sz="1200">
                <a:solidFill>
                  <a:schemeClr val="accent1"/>
                </a:solidFill>
              </a:defRPr>
            </a:pP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charset="-122"/>
                <a:ea typeface="思源黑体 CN Normal" panose="020B0400000000000000" charset="-122"/>
                <a:sym typeface="+mn-ea"/>
              </a:rPr>
              <a:t>现状：现有的手语识别多为</a:t>
            </a:r>
            <a:r>
              <a:rPr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charset="-122"/>
                <a:ea typeface="思源黑体 CN Normal" panose="020B0400000000000000" charset="-122"/>
                <a:sym typeface="+mn-ea"/>
              </a:rPr>
              <a:t>“</a:t>
            </a: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charset="-122"/>
                <a:ea typeface="思源黑体 CN Normal" panose="020B0400000000000000" charset="-122"/>
                <a:sym typeface="+mn-ea"/>
              </a:rPr>
              <a:t>文字翻译机</a:t>
            </a:r>
            <a:r>
              <a:rPr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charset="-122"/>
                <a:ea typeface="思源黑体 CN Normal" panose="020B0400000000000000" charset="-122"/>
                <a:sym typeface="+mn-ea"/>
              </a:rPr>
              <a:t>”</a:t>
            </a: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charset="-122"/>
                <a:ea typeface="思源黑体 CN Normal" panose="020B0400000000000000" charset="-122"/>
                <a:sym typeface="+mn-ea"/>
              </a:rPr>
              <a:t>，将富有表现力的动作生动性简化为冷冰冰的文本。</a:t>
            </a:r>
            <a:endParaRPr lang="zh-CN" altLang="en-US" sz="1800" dirty="0">
              <a:solidFill>
                <a:schemeClr val="tx1">
                  <a:lumMod val="75000"/>
                  <a:lumOff val="25000"/>
                </a:schemeClr>
              </a:solidFill>
              <a:latin typeface="思源黑体 CN Normal" panose="020B0400000000000000" charset="-122"/>
              <a:ea typeface="思源黑体 CN Normal" panose="020B0400000000000000" charset="-122"/>
              <a:sym typeface="+mn-ea"/>
            </a:endParaRPr>
          </a:p>
        </p:txBody>
      </p:sp>
      <p:sp>
        <p:nvSpPr>
          <p:cNvPr id="13" name="TextBox 2"/>
          <p:cNvSpPr/>
          <p:nvPr>
            <p:custDataLst>
              <p:tags r:id="rId11"/>
            </p:custDataLst>
          </p:nvPr>
        </p:nvSpPr>
        <p:spPr bwMode="auto">
          <a:xfrm>
            <a:off x="2009775" y="3323590"/>
            <a:ext cx="9404985" cy="1529080"/>
          </a:xfrm>
          <a:prstGeom prst="rect">
            <a:avLst/>
          </a:prstGeom>
        </p:spPr>
        <p:txBody>
          <a:bodyPr wrap="square" lIns="91440" tIns="45720" rIns="91440" bIns="45720" rtlCol="0" anchor="t" anchorCtr="0">
            <a:noAutofit/>
          </a:bodyPr>
          <a:lstStyle>
            <a:defPPr>
              <a:defRPr lang="zh-CN"/>
            </a:defPPr>
            <a:lvl1pPr algn="just">
              <a:lnSpc>
                <a:spcPct val="120000"/>
              </a:lnSpc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+mn-ea"/>
              </a:defRPr>
            </a:lvl1pPr>
          </a:lstStyle>
          <a:p>
            <a: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sz="1200">
                <a:solidFill>
                  <a:schemeClr val="accent1"/>
                </a:solidFill>
              </a:defRPr>
            </a:pP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charset="-122"/>
                <a:ea typeface="思源黑体 CN Normal" panose="020B0400000000000000" charset="-122"/>
                <a:sym typeface="+mn-ea"/>
              </a:rPr>
              <a:t>不仅是</a:t>
            </a:r>
            <a:r>
              <a:rPr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charset="-122"/>
                <a:ea typeface="思源黑体 CN Normal" panose="020B0400000000000000" charset="-122"/>
                <a:sym typeface="+mn-ea"/>
              </a:rPr>
              <a:t>“</a:t>
            </a: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charset="-122"/>
                <a:ea typeface="思源黑体 CN Normal" panose="020B0400000000000000" charset="-122"/>
                <a:sym typeface="+mn-ea"/>
              </a:rPr>
              <a:t>译意</a:t>
            </a:r>
            <a:r>
              <a:rPr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charset="-122"/>
                <a:ea typeface="思源黑体 CN Normal" panose="020B0400000000000000" charset="-122"/>
                <a:sym typeface="+mn-ea"/>
              </a:rPr>
              <a:t>”</a:t>
            </a: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charset="-122"/>
                <a:ea typeface="思源黑体 CN Normal" panose="020B0400000000000000" charset="-122"/>
                <a:sym typeface="+mn-ea"/>
              </a:rPr>
              <a:t>：</a:t>
            </a:r>
            <a:r>
              <a:rPr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charset="-122"/>
                <a:ea typeface="思源黑体 CN Normal" panose="020B0400000000000000" charset="-122"/>
                <a:sym typeface="+mn-ea"/>
              </a:rPr>
              <a:t> </a:t>
            </a: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charset="-122"/>
                <a:ea typeface="思源黑体 CN Normal" panose="020B0400000000000000" charset="-122"/>
                <a:sym typeface="+mn-ea"/>
              </a:rPr>
              <a:t>准确识别</a:t>
            </a:r>
            <a:r>
              <a:rPr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charset="-122"/>
                <a:ea typeface="思源黑体 CN Normal" panose="020B0400000000000000" charset="-122"/>
                <a:sym typeface="+mn-ea"/>
              </a:rPr>
              <a:t> 10-20 </a:t>
            </a: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charset="-122"/>
                <a:ea typeface="思源黑体 CN Normal" panose="020B0400000000000000" charset="-122"/>
                <a:sym typeface="+mn-ea"/>
              </a:rPr>
              <a:t>个核心代表词汇。更是</a:t>
            </a:r>
            <a:r>
              <a:rPr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charset="-122"/>
                <a:ea typeface="思源黑体 CN Normal" panose="020B0400000000000000" charset="-122"/>
                <a:sym typeface="+mn-ea"/>
              </a:rPr>
              <a:t>“</a:t>
            </a: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charset="-122"/>
                <a:ea typeface="思源黑体 CN Normal" panose="020B0400000000000000" charset="-122"/>
                <a:sym typeface="+mn-ea"/>
              </a:rPr>
              <a:t>传情</a:t>
            </a:r>
            <a:r>
              <a:rPr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charset="-122"/>
                <a:ea typeface="思源黑体 CN Normal" panose="020B0400000000000000" charset="-122"/>
                <a:sym typeface="+mn-ea"/>
              </a:rPr>
              <a:t>”</a:t>
            </a: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charset="-122"/>
                <a:ea typeface="思源黑体 CN Normal" panose="020B0400000000000000" charset="-122"/>
                <a:sym typeface="+mn-ea"/>
              </a:rPr>
              <a:t>：</a:t>
            </a:r>
            <a:r>
              <a:rPr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charset="-122"/>
                <a:ea typeface="思源黑体 CN Normal" panose="020B0400000000000000" charset="-122"/>
                <a:sym typeface="+mn-ea"/>
              </a:rPr>
              <a:t> </a:t>
            </a: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charset="-122"/>
                <a:ea typeface="思源黑体 CN Normal" panose="020B0400000000000000" charset="-122"/>
                <a:sym typeface="+mn-ea"/>
              </a:rPr>
              <a:t>通过视觉粒子动画（如散开、烟雾、重击感）还原手语者的情绪力度，让听障人士的表达在屏幕上</a:t>
            </a:r>
            <a:r>
              <a:rPr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charset="-122"/>
                <a:ea typeface="思源黑体 CN Normal" panose="020B0400000000000000" charset="-122"/>
                <a:sym typeface="+mn-ea"/>
              </a:rPr>
              <a:t>“</a:t>
            </a: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charset="-122"/>
                <a:ea typeface="思源黑体 CN Normal" panose="020B0400000000000000" charset="-122"/>
                <a:sym typeface="+mn-ea"/>
              </a:rPr>
              <a:t>活</a:t>
            </a:r>
            <a:r>
              <a:rPr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charset="-122"/>
                <a:ea typeface="思源黑体 CN Normal" panose="020B0400000000000000" charset="-122"/>
                <a:sym typeface="+mn-ea"/>
              </a:rPr>
              <a:t>”</a:t>
            </a: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charset="-122"/>
                <a:ea typeface="思源黑体 CN Normal" panose="020B0400000000000000" charset="-122"/>
                <a:sym typeface="+mn-ea"/>
              </a:rPr>
              <a:t>起来。</a:t>
            </a:r>
            <a:endParaRPr lang="zh-CN" altLang="en-US" sz="1800" dirty="0">
              <a:solidFill>
                <a:schemeClr val="tx1">
                  <a:lumMod val="75000"/>
                  <a:lumOff val="25000"/>
                </a:schemeClr>
              </a:solidFill>
              <a:latin typeface="思源黑体 CN Normal" panose="020B0400000000000000" charset="-122"/>
              <a:ea typeface="思源黑体 CN Normal" panose="020B0400000000000000" charset="-122"/>
              <a:sym typeface="+mn-ea"/>
            </a:endParaRPr>
          </a:p>
          <a:p>
            <a: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sz="1200">
                <a:solidFill>
                  <a:schemeClr val="accent1"/>
                </a:solidFill>
              </a:defRPr>
            </a:pP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 panose="020B0400000000000000" charset="-122"/>
                <a:ea typeface="思源黑体 CN Normal" panose="020B0400000000000000" charset="-122"/>
                <a:sym typeface="+mn-ea"/>
              </a:rPr>
              <a:t>当识别出“奔跑”时，文字“跑”在屏幕上散开变成烟雾或粒子</a:t>
            </a:r>
            <a:endParaRPr lang="zh-CN" altLang="en-US" sz="1800" dirty="0">
              <a:solidFill>
                <a:schemeClr val="tx1">
                  <a:lumMod val="75000"/>
                  <a:lumOff val="25000"/>
                </a:schemeClr>
              </a:solidFill>
              <a:latin typeface="思源黑体 CN Normal" panose="020B0400000000000000" charset="-122"/>
              <a:ea typeface="思源黑体 CN Normal" panose="020B0400000000000000" charset="-122"/>
              <a:sym typeface="+mn-ea"/>
            </a:endParaRPr>
          </a:p>
          <a:p>
            <a: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sz="1200">
                <a:solidFill>
                  <a:schemeClr val="accent1"/>
                </a:solidFill>
              </a:defRPr>
            </a:pPr>
            <a:endParaRPr lang="zh-CN" altLang="en-US" sz="1800" dirty="0">
              <a:solidFill>
                <a:schemeClr val="tx1">
                  <a:lumMod val="75000"/>
                  <a:lumOff val="25000"/>
                </a:schemeClr>
              </a:solidFill>
              <a:latin typeface="思源黑体 CN Normal" panose="020B0400000000000000" charset="-122"/>
              <a:ea typeface="思源黑体 CN Normal" panose="020B0400000000000000" charset="-122"/>
              <a:sym typeface="+mn-ea"/>
            </a:endParaRPr>
          </a:p>
        </p:txBody>
      </p:sp>
      <p:grpSp>
        <p:nvGrpSpPr>
          <p:cNvPr id="28" name="组合 27"/>
          <p:cNvGrpSpPr/>
          <p:nvPr/>
        </p:nvGrpSpPr>
        <p:grpSpPr>
          <a:xfrm>
            <a:off x="0" y="382270"/>
            <a:ext cx="5654675" cy="521970"/>
            <a:chOff x="653" y="5042"/>
            <a:chExt cx="8905" cy="822"/>
          </a:xfrm>
        </p:grpSpPr>
        <p:sp>
          <p:nvSpPr>
            <p:cNvPr id="2" name="矩形 1"/>
            <p:cNvSpPr/>
            <p:nvPr/>
          </p:nvSpPr>
          <p:spPr>
            <a:xfrm>
              <a:off x="653" y="5137"/>
              <a:ext cx="1164" cy="567"/>
            </a:xfrm>
            <a:prstGeom prst="rect">
              <a:avLst/>
            </a:prstGeom>
            <a:solidFill>
              <a:srgbClr val="10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003D83"/>
                </a:solidFill>
                <a:cs typeface="思源黑体 CN Normal" panose="020B0400000000000000" charset="-122"/>
              </a:endParaRPr>
            </a:p>
          </p:txBody>
        </p:sp>
        <p:sp>
          <p:nvSpPr>
            <p:cNvPr id="3" name="文本框 2"/>
            <p:cNvSpPr txBox="1"/>
            <p:nvPr/>
          </p:nvSpPr>
          <p:spPr>
            <a:xfrm>
              <a:off x="1901" y="5042"/>
              <a:ext cx="7657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Bold" panose="020B0800000000000000" charset="-122"/>
                  <a:ea typeface="思源黑体 CN Bold" panose="020B0800000000000000" charset="-122"/>
                  <a:cs typeface="思源黑体 CN Normal" panose="020B0400000000000000" charset="-122"/>
                </a:rPr>
                <a:t>做什么</a:t>
              </a:r>
              <a:endParaRPr lang="zh-CN" altLang="en-US" sz="2800">
                <a:solidFill>
                  <a:schemeClr val="tx1">
                    <a:lumMod val="85000"/>
                    <a:lumOff val="15000"/>
                  </a:schemeClr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Normal" panose="020B0400000000000000" charset="-122"/>
              </a:endParaRPr>
            </a:p>
          </p:txBody>
        </p:sp>
      </p:grpSp>
      <p:pic>
        <p:nvPicPr>
          <p:cNvPr id="4" name="图片 3" descr="SWU水印 线条1"/>
          <p:cNvPicPr>
            <a:picLocks noChangeAspect="1"/>
          </p:cNvPicPr>
          <p:nvPr/>
        </p:nvPicPr>
        <p:blipFill>
          <a:blip r:embed="rId12"/>
          <a:srcRect t="44204" b="47074"/>
          <a:stretch>
            <a:fillRect/>
          </a:stretch>
        </p:blipFill>
        <p:spPr>
          <a:xfrm>
            <a:off x="0" y="6229350"/>
            <a:ext cx="12190095" cy="757555"/>
          </a:xfrm>
          <a:prstGeom prst="rect">
            <a:avLst/>
          </a:prstGeom>
        </p:spPr>
      </p:pic>
    </p:spTree>
    <p:custDataLst>
      <p:tags r:id="rId13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D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270" y="1797050"/>
            <a:ext cx="12190730" cy="30619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0" y="1797050"/>
            <a:ext cx="12190730" cy="117475"/>
          </a:xfrm>
          <a:prstGeom prst="rect">
            <a:avLst/>
          </a:prstGeom>
          <a:solidFill>
            <a:srgbClr val="F4E6D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4728845"/>
            <a:ext cx="12190730" cy="130175"/>
          </a:xfrm>
          <a:prstGeom prst="rect">
            <a:avLst/>
          </a:prstGeom>
          <a:solidFill>
            <a:srgbClr val="F4E6D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 descr="白底校训"/>
          <p:cNvPicPr>
            <a:picLocks noChangeAspect="1"/>
          </p:cNvPicPr>
          <p:nvPr/>
        </p:nvPicPr>
        <p:blipFill>
          <a:blip r:embed="rId1"/>
          <a:srcRect b="59549"/>
          <a:stretch>
            <a:fillRect/>
          </a:stretch>
        </p:blipFill>
        <p:spPr>
          <a:xfrm>
            <a:off x="9325610" y="6370320"/>
            <a:ext cx="1442085" cy="412750"/>
          </a:xfrm>
          <a:prstGeom prst="rect">
            <a:avLst/>
          </a:prstGeom>
        </p:spPr>
      </p:pic>
      <p:pic>
        <p:nvPicPr>
          <p:cNvPr id="9" name="图片 8" descr="白底校训"/>
          <p:cNvPicPr>
            <a:picLocks noChangeAspect="1"/>
          </p:cNvPicPr>
          <p:nvPr/>
        </p:nvPicPr>
        <p:blipFill>
          <a:blip r:embed="rId1"/>
          <a:srcRect l="389" t="40451" b="19538"/>
          <a:stretch>
            <a:fillRect/>
          </a:stretch>
        </p:blipFill>
        <p:spPr>
          <a:xfrm>
            <a:off x="10767695" y="6370320"/>
            <a:ext cx="1434465" cy="407670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2"/>
            </p:custDataLst>
          </p:nvPr>
        </p:nvSpPr>
        <p:spPr>
          <a:xfrm>
            <a:off x="957580" y="2445385"/>
            <a:ext cx="2232025" cy="929005"/>
          </a:xfrm>
          <a:prstGeom prst="rect">
            <a:avLst/>
          </a:prstGeom>
          <a:noFill/>
        </p:spPr>
        <p:txBody>
          <a:bodyPr wrap="square" lIns="0" rtlCol="0">
            <a:noAutofit/>
          </a:bodyPr>
          <a:lstStyle/>
          <a:p>
            <a:pPr marL="0"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9600" b="1" dirty="0">
                <a:solidFill>
                  <a:srgbClr val="F4E6D9"/>
                </a:solidFill>
                <a:latin typeface="思源黑体 CN Heavy" panose="020B0A00000000000000" charset="-122"/>
                <a:ea typeface="思源黑体 CN Heavy" panose="020B0A00000000000000" charset="-122"/>
              </a:rPr>
              <a:t>02</a:t>
            </a:r>
            <a:endParaRPr lang="en-US" sz="9600" b="1" dirty="0">
              <a:solidFill>
                <a:srgbClr val="F4E6D9"/>
              </a:solidFill>
              <a:latin typeface="思源黑体 CN Heavy" panose="020B0A00000000000000" charset="-122"/>
              <a:ea typeface="思源黑体 CN Heavy" panose="020B0A00000000000000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3"/>
            </p:custDataLst>
          </p:nvPr>
        </p:nvSpPr>
        <p:spPr>
          <a:xfrm>
            <a:off x="3646805" y="2698115"/>
            <a:ext cx="7186295" cy="970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>
              <a:lnSpc>
                <a:spcPct val="130000"/>
              </a:lnSpc>
              <a:buClrTx/>
              <a:buSzTx/>
              <a:buFontTx/>
            </a:pPr>
            <a:r>
              <a:rPr lang="en-US" altLang="zh-CN" sz="4400" b="1" dirty="0">
                <a:solidFill>
                  <a:srgbClr val="003D83"/>
                </a:solidFill>
                <a:latin typeface="思源黑体 CN Medium" panose="020B0600000000000000" charset="-122"/>
                <a:ea typeface="思源黑体 CN Medium" panose="020B0600000000000000" charset="-122"/>
                <a:sym typeface="+mn-ea"/>
              </a:rPr>
              <a:t> 	 	</a:t>
            </a:r>
            <a:r>
              <a:rPr lang="zh-CN" altLang="en-US" sz="4400" b="1" dirty="0">
                <a:solidFill>
                  <a:srgbClr val="003D83"/>
                </a:solidFill>
                <a:latin typeface="思源黑体 CN Medium" panose="020B0600000000000000" charset="-122"/>
                <a:ea typeface="思源黑体 CN Medium" panose="020B0600000000000000" charset="-122"/>
                <a:sym typeface="+mn-ea"/>
              </a:rPr>
              <a:t>怎么做</a:t>
            </a:r>
            <a:endParaRPr lang="zh-CN" altLang="en-US" sz="4400" b="1" dirty="0">
              <a:solidFill>
                <a:srgbClr val="003D83"/>
              </a:solidFill>
              <a:latin typeface="思源黑体 CN Medium" panose="020B0600000000000000" charset="-122"/>
              <a:ea typeface="思源黑体 CN Medium" panose="020B0600000000000000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3273425" y="2786380"/>
            <a:ext cx="76200" cy="929005"/>
          </a:xfrm>
          <a:prstGeom prst="rect">
            <a:avLst/>
          </a:prstGeom>
          <a:solidFill>
            <a:srgbClr val="003D8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 descr="3校徽组合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830" y="238125"/>
            <a:ext cx="1821180" cy="50800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1"/>
            </p:custDataLst>
          </p:nvPr>
        </p:nvSpPr>
        <p:spPr>
          <a:xfrm>
            <a:off x="663575" y="1400810"/>
            <a:ext cx="10924540" cy="4454525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52400" sx="102000" sy="102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文本框 32"/>
          <p:cNvSpPr txBox="1"/>
          <p:nvPr>
            <p:custDataLst>
              <p:tags r:id="rId2"/>
            </p:custDataLst>
          </p:nvPr>
        </p:nvSpPr>
        <p:spPr>
          <a:xfrm>
            <a:off x="1300480" y="2533650"/>
            <a:ext cx="85852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2000" b="1" spc="150" dirty="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sym typeface="Arial" panose="020B0604020202020204" pitchFamily="34" charset="0"/>
              </a:rPr>
              <a:t>01</a:t>
            </a:r>
            <a:endParaRPr lang="en-US" altLang="zh-CN" sz="2000" b="1" spc="150" dirty="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35" name="文本框 34"/>
          <p:cNvSpPr txBox="1"/>
          <p:nvPr>
            <p:custDataLst>
              <p:tags r:id="rId3"/>
            </p:custDataLst>
          </p:nvPr>
        </p:nvSpPr>
        <p:spPr>
          <a:xfrm>
            <a:off x="1752600" y="4610735"/>
            <a:ext cx="85852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2000" b="1" spc="150" dirty="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sym typeface="Arial" panose="020B0604020202020204" pitchFamily="34" charset="0"/>
              </a:rPr>
              <a:t>02</a:t>
            </a:r>
            <a:endParaRPr lang="en-US" altLang="zh-CN" sz="2000" b="1" spc="150" dirty="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37" name="燕尾形 36"/>
          <p:cNvSpPr/>
          <p:nvPr>
            <p:custDataLst>
              <p:tags r:id="rId4"/>
            </p:custDataLst>
          </p:nvPr>
        </p:nvSpPr>
        <p:spPr>
          <a:xfrm>
            <a:off x="1136015" y="2534285"/>
            <a:ext cx="3277235" cy="621665"/>
          </a:xfrm>
          <a:prstGeom prst="chevron">
            <a:avLst/>
          </a:prstGeom>
          <a:solidFill>
            <a:srgbClr val="003D8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en-US" altLang="zh-CN" sz="2400" b="1" dirty="0">
                <a:latin typeface="思源黑体 CN Heavy" panose="020B0A00000000000000" charset="-122"/>
                <a:ea typeface="思源黑体 CN Heavy" panose="020B0A00000000000000" charset="-122"/>
              </a:rPr>
              <a:t>YOLO</a:t>
            </a:r>
            <a:endParaRPr lang="en-US" altLang="zh-CN" sz="2400" b="1" dirty="0">
              <a:latin typeface="思源黑体 CN Heavy" panose="020B0A00000000000000" charset="-122"/>
              <a:ea typeface="思源黑体 CN Heavy" panose="020B0A00000000000000" charset="-122"/>
            </a:endParaRPr>
          </a:p>
        </p:txBody>
      </p:sp>
      <p:sp>
        <p:nvSpPr>
          <p:cNvPr id="14" name="矩形 13"/>
          <p:cNvSpPr/>
          <p:nvPr>
            <p:custDataLst>
              <p:tags r:id="rId5"/>
            </p:custDataLst>
          </p:nvPr>
        </p:nvSpPr>
        <p:spPr>
          <a:xfrm>
            <a:off x="1426845" y="3379470"/>
            <a:ext cx="2575560" cy="205803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indent="0" algn="l">
              <a:lnSpc>
                <a:spcPct val="130000"/>
              </a:lnSpc>
              <a:buNone/>
            </a:pPr>
            <a:r>
              <a:rPr lang="zh-CN" altLang="en-US" dirty="0">
                <a:latin typeface="思源黑体 CN Normal" panose="020B0400000000000000" charset="-122"/>
                <a:ea typeface="思源黑体 CN Normal" panose="020B0400000000000000" charset="-122"/>
              </a:rPr>
              <a:t>采用</a:t>
            </a:r>
            <a:r>
              <a:rPr lang="en-US" altLang="zh-CN" dirty="0">
                <a:latin typeface="思源黑体 CN Normal" panose="020B0400000000000000" charset="-122"/>
                <a:ea typeface="思源黑体 CN Normal" panose="020B0400000000000000" charset="-122"/>
              </a:rPr>
              <a:t> YOLO </a:t>
            </a:r>
            <a:r>
              <a:rPr lang="zh-CN" altLang="en-US" dirty="0">
                <a:latin typeface="思源黑体 CN Normal" panose="020B0400000000000000" charset="-122"/>
                <a:ea typeface="思源黑体 CN Normal" panose="020B0400000000000000" charset="-122"/>
              </a:rPr>
              <a:t>快速定位手部、面部及身体关键点</a:t>
            </a:r>
            <a:endParaRPr lang="zh-CN" altLang="en-US" dirty="0"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sp>
        <p:nvSpPr>
          <p:cNvPr id="9" name="矩形 8"/>
          <p:cNvSpPr/>
          <p:nvPr>
            <p:custDataLst>
              <p:tags r:id="rId6"/>
            </p:custDataLst>
          </p:nvPr>
        </p:nvSpPr>
        <p:spPr>
          <a:xfrm>
            <a:off x="4931410" y="3388995"/>
            <a:ext cx="2467610" cy="22491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l">
              <a:lnSpc>
                <a:spcPct val="130000"/>
              </a:lnSpc>
              <a:buClrTx/>
              <a:buSzTx/>
              <a:buFontTx/>
            </a:pPr>
            <a:r>
              <a:rPr lang="zh-CN" altLang="en-US" dirty="0">
                <a:latin typeface="思源黑体 CN Normal" panose="020B0400000000000000" charset="-122"/>
                <a:ea typeface="思源黑体 CN Normal" panose="020B0400000000000000" charset="-122"/>
                <a:sym typeface="+mn-ea"/>
              </a:rPr>
              <a:t>将识别出的词汇序列喂给大语言模型（</a:t>
            </a:r>
            <a:r>
              <a:rPr lang="en-US" altLang="zh-CN" dirty="0">
                <a:latin typeface="思源黑体 CN Normal" panose="020B0400000000000000" charset="-122"/>
                <a:ea typeface="思源黑体 CN Normal" panose="020B0400000000000000" charset="-122"/>
                <a:sym typeface="+mn-ea"/>
              </a:rPr>
              <a:t>LLM</a:t>
            </a:r>
            <a:r>
              <a:rPr lang="zh-CN" altLang="en-US" dirty="0">
                <a:latin typeface="思源黑体 CN Normal" panose="020B0400000000000000" charset="-122"/>
                <a:ea typeface="思源黑体 CN Normal" panose="020B0400000000000000" charset="-122"/>
                <a:sym typeface="+mn-ea"/>
              </a:rPr>
              <a:t>），利用其强大的上下文理解能力，进行</a:t>
            </a:r>
            <a:r>
              <a:rPr lang="en-US" altLang="zh-CN" dirty="0">
                <a:latin typeface="思源黑体 CN Normal" panose="020B0400000000000000" charset="-122"/>
                <a:ea typeface="思源黑体 CN Normal" panose="020B0400000000000000" charset="-122"/>
                <a:sym typeface="+mn-ea"/>
              </a:rPr>
              <a:t>“</a:t>
            </a:r>
            <a:r>
              <a:rPr lang="zh-CN" altLang="en-US" dirty="0">
                <a:latin typeface="思源黑体 CN Normal" panose="020B0400000000000000" charset="-122"/>
                <a:ea typeface="思源黑体 CN Normal" panose="020B0400000000000000" charset="-122"/>
                <a:sym typeface="+mn-ea"/>
              </a:rPr>
              <a:t>倒装</a:t>
            </a:r>
            <a:r>
              <a:rPr lang="en-US" altLang="zh-CN" dirty="0">
                <a:latin typeface="思源黑体 CN Normal" panose="020B0400000000000000" charset="-122"/>
                <a:ea typeface="思源黑体 CN Normal" panose="020B0400000000000000" charset="-122"/>
                <a:sym typeface="+mn-ea"/>
              </a:rPr>
              <a:t>”</a:t>
            </a:r>
            <a:r>
              <a:rPr lang="zh-CN" altLang="en-US" dirty="0">
                <a:latin typeface="思源黑体 CN Normal" panose="020B0400000000000000" charset="-122"/>
                <a:ea typeface="思源黑体 CN Normal" panose="020B0400000000000000" charset="-122"/>
                <a:sym typeface="+mn-ea"/>
              </a:rPr>
              <a:t>校准，输出通顺的自然语言。</a:t>
            </a:r>
            <a:endParaRPr lang="zh-CN" altLang="en-US" dirty="0">
              <a:latin typeface="思源黑体 CN Normal" panose="020B0400000000000000" charset="-122"/>
              <a:ea typeface="思源黑体 CN Normal" panose="020B0400000000000000" charset="-122"/>
              <a:sym typeface="+mn-ea"/>
            </a:endParaRPr>
          </a:p>
        </p:txBody>
      </p:sp>
      <p:sp>
        <p:nvSpPr>
          <p:cNvPr id="11" name="矩形 10"/>
          <p:cNvSpPr/>
          <p:nvPr>
            <p:custDataLst>
              <p:tags r:id="rId7"/>
            </p:custDataLst>
          </p:nvPr>
        </p:nvSpPr>
        <p:spPr>
          <a:xfrm>
            <a:off x="8172450" y="3474720"/>
            <a:ext cx="3142615" cy="196278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lvl="0" algn="l">
              <a:lnSpc>
                <a:spcPct val="130000"/>
              </a:lnSpc>
              <a:buClrTx/>
              <a:buSzTx/>
              <a:buFontTx/>
            </a:pPr>
            <a:r>
              <a:rPr lang="zh-CN" altLang="en-US" dirty="0">
                <a:latin typeface="思源黑体 CN Normal" panose="020B0400000000000000" charset="-122"/>
                <a:ea typeface="思源黑体 CN Normal" panose="020B0400000000000000" charset="-122"/>
                <a:sym typeface="+mn-ea"/>
              </a:rPr>
              <a:t>当识别出</a:t>
            </a:r>
            <a:r>
              <a:rPr lang="en-US" altLang="zh-CN" dirty="0">
                <a:latin typeface="思源黑体 CN Normal" panose="020B0400000000000000" charset="-122"/>
                <a:ea typeface="思源黑体 CN Normal" panose="020B0400000000000000" charset="-122"/>
                <a:sym typeface="+mn-ea"/>
              </a:rPr>
              <a:t>“</a:t>
            </a:r>
            <a:r>
              <a:rPr lang="zh-CN" altLang="en-US" dirty="0">
                <a:latin typeface="思源黑体 CN Normal" panose="020B0400000000000000" charset="-122"/>
                <a:ea typeface="思源黑体 CN Normal" panose="020B0400000000000000" charset="-122"/>
                <a:sym typeface="+mn-ea"/>
              </a:rPr>
              <a:t>奔跑</a:t>
            </a:r>
            <a:r>
              <a:rPr lang="en-US" altLang="zh-CN" dirty="0">
                <a:latin typeface="思源黑体 CN Normal" panose="020B0400000000000000" charset="-122"/>
                <a:ea typeface="思源黑体 CN Normal" panose="020B0400000000000000" charset="-122"/>
                <a:sym typeface="+mn-ea"/>
              </a:rPr>
              <a:t>”</a:t>
            </a:r>
            <a:r>
              <a:rPr lang="zh-CN" altLang="en-US" dirty="0">
                <a:latin typeface="思源黑体 CN Normal" panose="020B0400000000000000" charset="-122"/>
                <a:ea typeface="思源黑体 CN Normal" panose="020B0400000000000000" charset="-122"/>
                <a:sym typeface="+mn-ea"/>
              </a:rPr>
              <a:t>时，文字</a:t>
            </a:r>
            <a:r>
              <a:rPr lang="en-US" altLang="zh-CN" dirty="0">
                <a:latin typeface="思源黑体 CN Normal" panose="020B0400000000000000" charset="-122"/>
                <a:ea typeface="思源黑体 CN Normal" panose="020B0400000000000000" charset="-122"/>
                <a:sym typeface="+mn-ea"/>
              </a:rPr>
              <a:t>“</a:t>
            </a:r>
            <a:r>
              <a:rPr lang="zh-CN" altLang="en-US" dirty="0">
                <a:latin typeface="思源黑体 CN Normal" panose="020B0400000000000000" charset="-122"/>
                <a:ea typeface="思源黑体 CN Normal" panose="020B0400000000000000" charset="-122"/>
                <a:sym typeface="+mn-ea"/>
              </a:rPr>
              <a:t>跑</a:t>
            </a:r>
            <a:r>
              <a:rPr lang="en-US" altLang="zh-CN" dirty="0">
                <a:latin typeface="思源黑体 CN Normal" panose="020B0400000000000000" charset="-122"/>
                <a:ea typeface="思源黑体 CN Normal" panose="020B0400000000000000" charset="-122"/>
                <a:sym typeface="+mn-ea"/>
              </a:rPr>
              <a:t>”</a:t>
            </a:r>
            <a:r>
              <a:rPr lang="zh-CN" altLang="en-US" dirty="0">
                <a:latin typeface="思源黑体 CN Normal" panose="020B0400000000000000" charset="-122"/>
                <a:ea typeface="思源黑体 CN Normal" panose="020B0400000000000000" charset="-122"/>
                <a:sym typeface="+mn-ea"/>
              </a:rPr>
              <a:t>在屏幕上散开变成烟雾或粒子</a:t>
            </a:r>
            <a:endParaRPr lang="zh-CN" altLang="en-US" dirty="0">
              <a:latin typeface="思源黑体 CN Normal" panose="020B0400000000000000" charset="-122"/>
              <a:ea typeface="思源黑体 CN Normal" panose="020B0400000000000000" charset="-122"/>
              <a:sym typeface="+mn-ea"/>
            </a:endParaRPr>
          </a:p>
        </p:txBody>
      </p:sp>
      <p:sp>
        <p:nvSpPr>
          <p:cNvPr id="16" name="矩形 15"/>
          <p:cNvSpPr/>
          <p:nvPr>
            <p:custDataLst>
              <p:tags r:id="rId8"/>
            </p:custDataLst>
          </p:nvPr>
        </p:nvSpPr>
        <p:spPr>
          <a:xfrm>
            <a:off x="1136015" y="1876377"/>
            <a:ext cx="1410194" cy="52245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400" dirty="0">
                <a:solidFill>
                  <a:srgbClr val="003D83"/>
                </a:solidFill>
                <a:latin typeface="+mj-lt"/>
              </a:rPr>
              <a:t>STEP 01</a:t>
            </a:r>
            <a:endParaRPr lang="en-US" altLang="zh-CN" sz="2400" dirty="0">
              <a:solidFill>
                <a:srgbClr val="003D83"/>
              </a:solidFill>
              <a:latin typeface="+mj-lt"/>
            </a:endParaRPr>
          </a:p>
        </p:txBody>
      </p:sp>
      <p:sp>
        <p:nvSpPr>
          <p:cNvPr id="17" name="矩形 16"/>
          <p:cNvSpPr/>
          <p:nvPr>
            <p:custDataLst>
              <p:tags r:id="rId9"/>
            </p:custDataLst>
          </p:nvPr>
        </p:nvSpPr>
        <p:spPr>
          <a:xfrm>
            <a:off x="4640580" y="1881457"/>
            <a:ext cx="1410194" cy="52245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400" dirty="0">
                <a:solidFill>
                  <a:srgbClr val="003D83"/>
                </a:solidFill>
                <a:latin typeface="+mj-lt"/>
              </a:rPr>
              <a:t>STEP 02</a:t>
            </a:r>
            <a:endParaRPr lang="en-US" altLang="zh-CN" sz="2400" dirty="0">
              <a:solidFill>
                <a:srgbClr val="003D83"/>
              </a:solidFill>
              <a:latin typeface="+mj-lt"/>
            </a:endParaRPr>
          </a:p>
        </p:txBody>
      </p:sp>
      <p:sp>
        <p:nvSpPr>
          <p:cNvPr id="18" name="矩形 17"/>
          <p:cNvSpPr/>
          <p:nvPr>
            <p:custDataLst>
              <p:tags r:id="rId10"/>
            </p:custDataLst>
          </p:nvPr>
        </p:nvSpPr>
        <p:spPr>
          <a:xfrm>
            <a:off x="8037830" y="1873837"/>
            <a:ext cx="1396365" cy="5708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400" dirty="0">
                <a:solidFill>
                  <a:srgbClr val="003D83"/>
                </a:solidFill>
                <a:latin typeface="+mj-lt"/>
              </a:rPr>
              <a:t>STEP 03</a:t>
            </a:r>
            <a:endParaRPr lang="en-US" altLang="zh-CN" sz="2400" dirty="0">
              <a:solidFill>
                <a:srgbClr val="003D83"/>
              </a:solidFill>
              <a:latin typeface="+mj-lt"/>
            </a:endParaRPr>
          </a:p>
        </p:txBody>
      </p:sp>
      <p:sp>
        <p:nvSpPr>
          <p:cNvPr id="3" name="燕尾形 2"/>
          <p:cNvSpPr/>
          <p:nvPr>
            <p:custDataLst>
              <p:tags r:id="rId11"/>
            </p:custDataLst>
          </p:nvPr>
        </p:nvSpPr>
        <p:spPr>
          <a:xfrm>
            <a:off x="4640580" y="2534285"/>
            <a:ext cx="3277235" cy="621665"/>
          </a:xfrm>
          <a:prstGeom prst="chevron">
            <a:avLst/>
          </a:prstGeom>
          <a:solidFill>
            <a:srgbClr val="003D8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zh-CN" altLang="en-US" sz="2400" b="1" dirty="0">
                <a:latin typeface="思源黑体 CN Heavy" panose="020B0A00000000000000" charset="-122"/>
                <a:ea typeface="思源黑体 CN Heavy" panose="020B0A00000000000000" charset="-122"/>
              </a:rPr>
              <a:t>语义转化</a:t>
            </a:r>
            <a:endParaRPr lang="zh-CN" altLang="en-US" sz="2400" b="1" dirty="0">
              <a:latin typeface="思源黑体 CN Heavy" panose="020B0A00000000000000" charset="-122"/>
              <a:ea typeface="思源黑体 CN Heavy" panose="020B0A00000000000000" charset="-122"/>
            </a:endParaRPr>
          </a:p>
        </p:txBody>
      </p:sp>
      <p:sp>
        <p:nvSpPr>
          <p:cNvPr id="7" name="燕尾形 6"/>
          <p:cNvSpPr/>
          <p:nvPr>
            <p:custDataLst>
              <p:tags r:id="rId12"/>
            </p:custDataLst>
          </p:nvPr>
        </p:nvSpPr>
        <p:spPr>
          <a:xfrm>
            <a:off x="8037830" y="2531110"/>
            <a:ext cx="3277235" cy="621665"/>
          </a:xfrm>
          <a:prstGeom prst="chevron">
            <a:avLst/>
          </a:prstGeom>
          <a:solidFill>
            <a:srgbClr val="003D8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zh-CN" altLang="en-US" sz="2400" b="1" dirty="0">
                <a:latin typeface="思源黑体 CN Heavy" panose="020B0A00000000000000" charset="-122"/>
                <a:ea typeface="思源黑体 CN Heavy" panose="020B0A00000000000000" charset="-122"/>
              </a:rPr>
              <a:t>情感增强</a:t>
            </a:r>
            <a:endParaRPr lang="zh-CN" altLang="en-US" sz="2400" b="1" dirty="0">
              <a:latin typeface="思源黑体 CN Heavy" panose="020B0A00000000000000" charset="-122"/>
              <a:ea typeface="思源黑体 CN Heavy" panose="020B0A00000000000000" charset="-122"/>
            </a:endParaRPr>
          </a:p>
        </p:txBody>
      </p:sp>
      <p:grpSp>
        <p:nvGrpSpPr>
          <p:cNvPr id="28" name="组合 27"/>
          <p:cNvGrpSpPr/>
          <p:nvPr/>
        </p:nvGrpSpPr>
        <p:grpSpPr>
          <a:xfrm>
            <a:off x="0" y="382270"/>
            <a:ext cx="5654675" cy="521970"/>
            <a:chOff x="653" y="5042"/>
            <a:chExt cx="8905" cy="822"/>
          </a:xfrm>
        </p:grpSpPr>
        <p:sp>
          <p:nvSpPr>
            <p:cNvPr id="2" name="矩形 1"/>
            <p:cNvSpPr/>
            <p:nvPr/>
          </p:nvSpPr>
          <p:spPr>
            <a:xfrm>
              <a:off x="653" y="5137"/>
              <a:ext cx="1164" cy="567"/>
            </a:xfrm>
            <a:prstGeom prst="rect">
              <a:avLst/>
            </a:prstGeom>
            <a:solidFill>
              <a:srgbClr val="003D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003D83"/>
                </a:solidFill>
                <a:cs typeface="思源黑体 CN Normal" panose="020B0400000000000000" charset="-122"/>
              </a:endParaRPr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1901" y="5042"/>
              <a:ext cx="7657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Bold" panose="020B0800000000000000" charset="-122"/>
                  <a:ea typeface="思源黑体 CN Bold" panose="020B0800000000000000" charset="-122"/>
                  <a:cs typeface="思源黑体 CN Normal" panose="020B0400000000000000" charset="-122"/>
                </a:rPr>
                <a:t>怎么做</a:t>
              </a:r>
              <a:endParaRPr lang="zh-CN" altLang="en-US" sz="2800">
                <a:solidFill>
                  <a:schemeClr val="tx1">
                    <a:lumMod val="85000"/>
                    <a:lumOff val="15000"/>
                  </a:schemeClr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Normal" panose="020B0400000000000000" charset="-122"/>
              </a:endParaRPr>
            </a:p>
          </p:txBody>
        </p:sp>
      </p:grpSp>
      <p:pic>
        <p:nvPicPr>
          <p:cNvPr id="10" name="图片 9" descr="SWU水印 线条1"/>
          <p:cNvPicPr>
            <a:picLocks noChangeAspect="1"/>
          </p:cNvPicPr>
          <p:nvPr/>
        </p:nvPicPr>
        <p:blipFill>
          <a:blip r:embed="rId13"/>
          <a:srcRect t="44204" b="47074"/>
          <a:stretch>
            <a:fillRect/>
          </a:stretch>
        </p:blipFill>
        <p:spPr>
          <a:xfrm>
            <a:off x="0" y="6229350"/>
            <a:ext cx="12190095" cy="757555"/>
          </a:xfrm>
          <a:prstGeom prst="rect">
            <a:avLst/>
          </a:prstGeom>
        </p:spPr>
      </p:pic>
    </p:spTree>
    <p:custDataLst>
      <p:tags r:id="rId14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D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270" y="1797050"/>
            <a:ext cx="12190730" cy="30619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0" y="1797050"/>
            <a:ext cx="12190730" cy="117475"/>
          </a:xfrm>
          <a:prstGeom prst="rect">
            <a:avLst/>
          </a:prstGeom>
          <a:solidFill>
            <a:srgbClr val="F4E6D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4728845"/>
            <a:ext cx="12190730" cy="130175"/>
          </a:xfrm>
          <a:prstGeom prst="rect">
            <a:avLst/>
          </a:prstGeom>
          <a:solidFill>
            <a:srgbClr val="F4E6D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 descr="白底校训"/>
          <p:cNvPicPr>
            <a:picLocks noChangeAspect="1"/>
          </p:cNvPicPr>
          <p:nvPr/>
        </p:nvPicPr>
        <p:blipFill>
          <a:blip r:embed="rId1"/>
          <a:srcRect b="59549"/>
          <a:stretch>
            <a:fillRect/>
          </a:stretch>
        </p:blipFill>
        <p:spPr>
          <a:xfrm>
            <a:off x="9325610" y="6370320"/>
            <a:ext cx="1442085" cy="412750"/>
          </a:xfrm>
          <a:prstGeom prst="rect">
            <a:avLst/>
          </a:prstGeom>
        </p:spPr>
      </p:pic>
      <p:pic>
        <p:nvPicPr>
          <p:cNvPr id="9" name="图片 8" descr="白底校训"/>
          <p:cNvPicPr>
            <a:picLocks noChangeAspect="1"/>
          </p:cNvPicPr>
          <p:nvPr/>
        </p:nvPicPr>
        <p:blipFill>
          <a:blip r:embed="rId1"/>
          <a:srcRect l="389" t="40451" b="19538"/>
          <a:stretch>
            <a:fillRect/>
          </a:stretch>
        </p:blipFill>
        <p:spPr>
          <a:xfrm>
            <a:off x="10767695" y="6370320"/>
            <a:ext cx="1434465" cy="407670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2"/>
            </p:custDataLst>
          </p:nvPr>
        </p:nvSpPr>
        <p:spPr>
          <a:xfrm>
            <a:off x="957580" y="2445385"/>
            <a:ext cx="2232025" cy="929005"/>
          </a:xfrm>
          <a:prstGeom prst="rect">
            <a:avLst/>
          </a:prstGeom>
          <a:noFill/>
        </p:spPr>
        <p:txBody>
          <a:bodyPr wrap="square" lIns="0" rtlCol="0">
            <a:noAutofit/>
          </a:bodyPr>
          <a:lstStyle/>
          <a:p>
            <a:pPr marL="0"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9600" b="1" dirty="0">
                <a:solidFill>
                  <a:srgbClr val="F4E6D9"/>
                </a:solidFill>
                <a:latin typeface="思源黑体 CN Heavy" panose="020B0A00000000000000" charset="-122"/>
                <a:ea typeface="思源黑体 CN Heavy" panose="020B0A00000000000000" charset="-122"/>
              </a:rPr>
              <a:t>03</a:t>
            </a:r>
            <a:endParaRPr lang="en-US" sz="9600" b="1" dirty="0">
              <a:solidFill>
                <a:srgbClr val="F4E6D9"/>
              </a:solidFill>
              <a:latin typeface="思源黑体 CN Heavy" panose="020B0A00000000000000" charset="-122"/>
              <a:ea typeface="思源黑体 CN Heavy" panose="020B0A00000000000000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3"/>
            </p:custDataLst>
          </p:nvPr>
        </p:nvSpPr>
        <p:spPr>
          <a:xfrm>
            <a:off x="3646805" y="2698115"/>
            <a:ext cx="7186295" cy="970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>
              <a:lnSpc>
                <a:spcPct val="130000"/>
              </a:lnSpc>
              <a:buClrTx/>
              <a:buSzTx/>
              <a:buFontTx/>
            </a:pPr>
            <a:r>
              <a:rPr lang="en-US" altLang="zh-CN" sz="4400" b="1" dirty="0">
                <a:solidFill>
                  <a:srgbClr val="003D83"/>
                </a:solidFill>
                <a:latin typeface="思源黑体 CN Medium" panose="020B0600000000000000" charset="-122"/>
                <a:ea typeface="思源黑体 CN Medium" panose="020B0600000000000000" charset="-122"/>
                <a:sym typeface="+mn-ea"/>
              </a:rPr>
              <a:t> 	 	</a:t>
            </a:r>
            <a:r>
              <a:rPr lang="zh-CN" altLang="en-US" sz="4400" b="1" dirty="0">
                <a:solidFill>
                  <a:srgbClr val="003D83"/>
                </a:solidFill>
                <a:latin typeface="思源黑体 CN Medium" panose="020B0600000000000000" charset="-122"/>
                <a:ea typeface="思源黑体 CN Medium" panose="020B0600000000000000" charset="-122"/>
                <a:sym typeface="+mn-ea"/>
              </a:rPr>
              <a:t>分工</a:t>
            </a:r>
            <a:endParaRPr lang="zh-CN" altLang="en-US" sz="4400" b="1" dirty="0">
              <a:solidFill>
                <a:srgbClr val="003D83"/>
              </a:solidFill>
              <a:latin typeface="思源黑体 CN Medium" panose="020B0600000000000000" charset="-122"/>
              <a:ea typeface="思源黑体 CN Medium" panose="020B0600000000000000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3273425" y="2786380"/>
            <a:ext cx="76200" cy="929005"/>
          </a:xfrm>
          <a:prstGeom prst="rect">
            <a:avLst/>
          </a:prstGeom>
          <a:solidFill>
            <a:srgbClr val="003D8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 descr="3校徽组合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830" y="238125"/>
            <a:ext cx="1821180" cy="50800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组合 27"/>
          <p:cNvGrpSpPr/>
          <p:nvPr/>
        </p:nvGrpSpPr>
        <p:grpSpPr>
          <a:xfrm>
            <a:off x="0" y="382270"/>
            <a:ext cx="8213090" cy="521970"/>
            <a:chOff x="653" y="5042"/>
            <a:chExt cx="12934" cy="822"/>
          </a:xfrm>
        </p:grpSpPr>
        <p:sp>
          <p:nvSpPr>
            <p:cNvPr id="12" name="矩形 11"/>
            <p:cNvSpPr/>
            <p:nvPr/>
          </p:nvSpPr>
          <p:spPr>
            <a:xfrm>
              <a:off x="653" y="5137"/>
              <a:ext cx="1164" cy="567"/>
            </a:xfrm>
            <a:prstGeom prst="rect">
              <a:avLst/>
            </a:prstGeom>
            <a:solidFill>
              <a:srgbClr val="003D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003D83"/>
                </a:solidFill>
                <a:cs typeface="思源黑体 CN Normal" panose="020B0400000000000000" charset="-122"/>
              </a:endParaRPr>
            </a:p>
          </p:txBody>
        </p:sp>
        <p:sp>
          <p:nvSpPr>
            <p:cNvPr id="3" name="文本框 2"/>
            <p:cNvSpPr txBox="1"/>
            <p:nvPr/>
          </p:nvSpPr>
          <p:spPr>
            <a:xfrm>
              <a:off x="1901" y="5042"/>
              <a:ext cx="11686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Bold" panose="020B0800000000000000" charset="-122"/>
                  <a:ea typeface="思源黑体 CN Bold" panose="020B0800000000000000" charset="-122"/>
                  <a:cs typeface="思源黑体 CN Normal" panose="020B0400000000000000" charset="-122"/>
                </a:rPr>
                <a:t>第一阶段：基础设施与数据准备（第</a:t>
              </a:r>
              <a:r>
                <a:rPr lang="en-US" altLang="zh-CN" sz="280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Bold" panose="020B0800000000000000" charset="-122"/>
                  <a:ea typeface="思源黑体 CN Bold" panose="020B0800000000000000" charset="-122"/>
                  <a:cs typeface="思源黑体 CN Normal" panose="020B0400000000000000" charset="-122"/>
                </a:rPr>
                <a:t> 1-2 </a:t>
              </a:r>
              <a:r>
                <a:rPr lang="zh-CN" altLang="en-US" sz="280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Bold" panose="020B0800000000000000" charset="-122"/>
                  <a:ea typeface="思源黑体 CN Bold" panose="020B0800000000000000" charset="-122"/>
                  <a:cs typeface="思源黑体 CN Normal" panose="020B0400000000000000" charset="-122"/>
                </a:rPr>
                <a:t>周）</a:t>
              </a:r>
              <a:endParaRPr lang="zh-CN" altLang="en-US" sz="2800">
                <a:solidFill>
                  <a:schemeClr val="tx1">
                    <a:lumMod val="85000"/>
                    <a:lumOff val="15000"/>
                  </a:schemeClr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Normal" panose="020B0400000000000000" charset="-122"/>
              </a:endParaRPr>
            </a:p>
          </p:txBody>
        </p:sp>
      </p:grpSp>
      <p:pic>
        <p:nvPicPr>
          <p:cNvPr id="10" name="图片 9" descr="SWU水印 线条1"/>
          <p:cNvPicPr>
            <a:picLocks noChangeAspect="1"/>
          </p:cNvPicPr>
          <p:nvPr/>
        </p:nvPicPr>
        <p:blipFill>
          <a:blip r:embed="rId1"/>
          <a:srcRect t="44204" b="47074"/>
          <a:stretch>
            <a:fillRect/>
          </a:stretch>
        </p:blipFill>
        <p:spPr>
          <a:xfrm>
            <a:off x="0" y="6229350"/>
            <a:ext cx="12190095" cy="757555"/>
          </a:xfrm>
          <a:prstGeom prst="rect">
            <a:avLst/>
          </a:prstGeom>
        </p:spPr>
      </p:pic>
      <p:graphicFrame>
        <p:nvGraphicFramePr>
          <p:cNvPr id="14" name="表格 13"/>
          <p:cNvGraphicFramePr/>
          <p:nvPr>
            <p:custDataLst>
              <p:tags r:id="rId2"/>
            </p:custDataLst>
          </p:nvPr>
        </p:nvGraphicFramePr>
        <p:xfrm>
          <a:off x="772795" y="1699895"/>
          <a:ext cx="10864215" cy="230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1225"/>
                <a:gridCol w="8682990"/>
              </a:tblGrid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成员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任务</a:t>
                      </a:r>
                      <a:endParaRPr lang="zh-CN" altLang="en-US"/>
                    </a:p>
                  </a:txBody>
                  <a:tcPr/>
                </a:tc>
              </a:tr>
              <a:tr h="39052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组长</a:t>
                      </a:r>
                      <a:r>
                        <a:rPr lang="en-US" altLang="zh-CN"/>
                        <a:t> (</a:t>
                      </a:r>
                      <a:r>
                        <a:rPr lang="zh-CN" altLang="en-US"/>
                        <a:t>成员</a:t>
                      </a:r>
                      <a:r>
                        <a:rPr lang="en-US" altLang="zh-CN"/>
                        <a:t> A)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制定</a:t>
                      </a:r>
                      <a:r>
                        <a:rPr lang="en-US" altLang="zh-CN" sz="1800">
                          <a:sym typeface="+mn-ea"/>
                        </a:rPr>
                        <a:t> 10-20 </a:t>
                      </a:r>
                      <a:r>
                        <a:rPr lang="zh-CN" altLang="en-US" sz="1800">
                          <a:sym typeface="+mn-ea"/>
                        </a:rPr>
                        <a:t>个核心词汇表；搭建团队协作仓库（</a:t>
                      </a:r>
                      <a:r>
                        <a:rPr lang="en-US" altLang="zh-CN" sz="1800">
                          <a:sym typeface="+mn-ea"/>
                        </a:rPr>
                        <a:t>github</a:t>
                      </a:r>
                      <a:r>
                        <a:rPr lang="zh-CN" altLang="en-US" sz="1800">
                          <a:sym typeface="+mn-ea"/>
                        </a:rPr>
                        <a:t>）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视觉算法</a:t>
                      </a:r>
                      <a:r>
                        <a:rPr lang="en-US" altLang="zh-CN"/>
                        <a:t> (</a:t>
                      </a:r>
                      <a:r>
                        <a:rPr lang="zh-CN" altLang="en-US"/>
                        <a:t>成员</a:t>
                      </a:r>
                      <a:r>
                        <a:rPr lang="en-US" altLang="zh-CN"/>
                        <a:t> B)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环境部署（</a:t>
                      </a:r>
                      <a:r>
                        <a:rPr lang="en-US" altLang="zh-CN" sz="1800">
                          <a:sym typeface="+mn-ea"/>
                        </a:rPr>
                        <a:t>CUDA/PyTorch/YOLOv11</a:t>
                      </a:r>
                      <a:r>
                        <a:rPr lang="zh-CN" altLang="en-US" sz="1800">
                          <a:sym typeface="+mn-ea"/>
                        </a:rPr>
                        <a:t>）；下载并预处理开源手语数据集</a:t>
                      </a:r>
                      <a:endParaRPr lang="zh-CN" altLang="en-US"/>
                    </a:p>
                  </a:txBody>
                  <a:tcPr/>
                </a:tc>
              </a:tr>
              <a:tr h="39179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语义逻辑</a:t>
                      </a:r>
                      <a:r>
                        <a:rPr lang="en-US" altLang="zh-CN"/>
                        <a:t> (</a:t>
                      </a:r>
                      <a:r>
                        <a:rPr lang="zh-CN" altLang="en-US"/>
                        <a:t>成员</a:t>
                      </a:r>
                      <a:r>
                        <a:rPr lang="en-US" altLang="zh-CN"/>
                        <a:t> C)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研究手语与汉语语序的差异规则；编写初步的词汇对应字典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视觉特效</a:t>
                      </a:r>
                      <a:r>
                        <a:rPr lang="en-US" altLang="zh-CN"/>
                        <a:t> (</a:t>
                      </a:r>
                      <a:r>
                        <a:rPr lang="zh-CN" altLang="en-US"/>
                        <a:t>成员</a:t>
                      </a:r>
                      <a:r>
                        <a:rPr lang="en-US" altLang="zh-CN"/>
                        <a:t> D)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技术选型（如使用</a:t>
                      </a:r>
                      <a:r>
                        <a:rPr lang="en-US" altLang="zh-CN"/>
                        <a:t> Three.js </a:t>
                      </a:r>
                      <a:r>
                        <a:rPr lang="zh-CN" altLang="en-US"/>
                        <a:t>或</a:t>
                      </a:r>
                      <a:r>
                        <a:rPr lang="en-US" altLang="zh-CN"/>
                        <a:t> Unity</a:t>
                      </a:r>
                      <a:r>
                        <a:rPr lang="zh-CN" altLang="en-US"/>
                        <a:t>）；调研</a:t>
                      </a:r>
                      <a:r>
                        <a:rPr lang="en-US" altLang="zh-CN"/>
                        <a:t>“</a:t>
                      </a:r>
                      <a:r>
                        <a:rPr lang="zh-CN" altLang="en-US"/>
                        <a:t>文字转粒子</a:t>
                      </a:r>
                      <a:r>
                        <a:rPr lang="en-US" altLang="zh-CN"/>
                        <a:t>”</a:t>
                      </a:r>
                      <a:r>
                        <a:rPr lang="zh-CN" altLang="en-US"/>
                        <a:t>的基础代码</a:t>
                      </a:r>
                      <a:r>
                        <a:rPr lang="en-US" altLang="zh-CN"/>
                        <a:t> Demo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产品</a:t>
                      </a:r>
                      <a:r>
                        <a:rPr lang="en-US" altLang="zh-CN"/>
                        <a:t> (</a:t>
                      </a:r>
                      <a:r>
                        <a:rPr lang="zh-CN" altLang="en-US"/>
                        <a:t>成员</a:t>
                      </a:r>
                      <a:r>
                        <a:rPr lang="en-US" altLang="zh-CN"/>
                        <a:t> E)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撰写项目详细需求文档；设计汇报</a:t>
                      </a:r>
                      <a:r>
                        <a:rPr lang="en-US" altLang="zh-CN"/>
                        <a:t> PPT </a:t>
                      </a:r>
                      <a:r>
                        <a:rPr lang="zh-CN" altLang="en-US"/>
                        <a:t>模板</a:t>
                      </a: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</p:spTree>
    <p:custDataLst>
      <p:tags r:id="rId3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组合 27"/>
          <p:cNvGrpSpPr/>
          <p:nvPr/>
        </p:nvGrpSpPr>
        <p:grpSpPr>
          <a:xfrm>
            <a:off x="0" y="382270"/>
            <a:ext cx="8213090" cy="521970"/>
            <a:chOff x="653" y="5042"/>
            <a:chExt cx="12934" cy="822"/>
          </a:xfrm>
        </p:grpSpPr>
        <p:sp>
          <p:nvSpPr>
            <p:cNvPr id="12" name="矩形 11"/>
            <p:cNvSpPr/>
            <p:nvPr/>
          </p:nvSpPr>
          <p:spPr>
            <a:xfrm>
              <a:off x="653" y="5137"/>
              <a:ext cx="1164" cy="567"/>
            </a:xfrm>
            <a:prstGeom prst="rect">
              <a:avLst/>
            </a:prstGeom>
            <a:solidFill>
              <a:srgbClr val="003D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003D83"/>
                </a:solidFill>
                <a:cs typeface="思源黑体 CN Normal" panose="020B0400000000000000" charset="-122"/>
              </a:endParaRPr>
            </a:p>
          </p:txBody>
        </p:sp>
        <p:sp>
          <p:nvSpPr>
            <p:cNvPr id="3" name="文本框 2"/>
            <p:cNvSpPr txBox="1"/>
            <p:nvPr/>
          </p:nvSpPr>
          <p:spPr>
            <a:xfrm>
              <a:off x="1901" y="5042"/>
              <a:ext cx="11686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Bold" panose="020B0800000000000000" charset="-122"/>
                  <a:ea typeface="思源黑体 CN Bold" panose="020B0800000000000000" charset="-122"/>
                  <a:cs typeface="思源黑体 CN Normal" panose="020B0400000000000000" charset="-122"/>
                </a:rPr>
                <a:t>核心模型开发与动画打样（第</a:t>
              </a:r>
              <a:r>
                <a:rPr lang="en-US" altLang="zh-CN" sz="280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Bold" panose="020B0800000000000000" charset="-122"/>
                  <a:ea typeface="思源黑体 CN Bold" panose="020B0800000000000000" charset="-122"/>
                  <a:cs typeface="思源黑体 CN Normal" panose="020B0400000000000000" charset="-122"/>
                </a:rPr>
                <a:t> 3-5 </a:t>
              </a:r>
              <a:r>
                <a:rPr lang="zh-CN" altLang="en-US" sz="280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Bold" panose="020B0800000000000000" charset="-122"/>
                  <a:ea typeface="思源黑体 CN Bold" panose="020B0800000000000000" charset="-122"/>
                  <a:cs typeface="思源黑体 CN Normal" panose="020B0400000000000000" charset="-122"/>
                </a:rPr>
                <a:t>周）</a:t>
              </a:r>
              <a:endParaRPr lang="zh-CN" altLang="en-US" sz="2800">
                <a:solidFill>
                  <a:schemeClr val="tx1">
                    <a:lumMod val="85000"/>
                    <a:lumOff val="15000"/>
                  </a:schemeClr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Normal" panose="020B0400000000000000" charset="-122"/>
              </a:endParaRPr>
            </a:p>
          </p:txBody>
        </p:sp>
      </p:grpSp>
      <p:pic>
        <p:nvPicPr>
          <p:cNvPr id="10" name="图片 9" descr="SWU水印 线条1"/>
          <p:cNvPicPr>
            <a:picLocks noChangeAspect="1"/>
          </p:cNvPicPr>
          <p:nvPr/>
        </p:nvPicPr>
        <p:blipFill>
          <a:blip r:embed="rId1"/>
          <a:srcRect t="44204" b="47074"/>
          <a:stretch>
            <a:fillRect/>
          </a:stretch>
        </p:blipFill>
        <p:spPr>
          <a:xfrm>
            <a:off x="0" y="6229350"/>
            <a:ext cx="12190095" cy="757555"/>
          </a:xfrm>
          <a:prstGeom prst="rect">
            <a:avLst/>
          </a:prstGeom>
        </p:spPr>
      </p:pic>
      <p:graphicFrame>
        <p:nvGraphicFramePr>
          <p:cNvPr id="14" name="表格 13"/>
          <p:cNvGraphicFramePr/>
          <p:nvPr>
            <p:custDataLst>
              <p:tags r:id="rId2"/>
            </p:custDataLst>
          </p:nvPr>
        </p:nvGraphicFramePr>
        <p:xfrm>
          <a:off x="794385" y="1699895"/>
          <a:ext cx="10864215" cy="2270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5820"/>
                <a:gridCol w="8748395"/>
              </a:tblGrid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成员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任务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组长</a:t>
                      </a:r>
                      <a:r>
                        <a:rPr lang="en-US" altLang="zh-CN"/>
                        <a:t> (</a:t>
                      </a:r>
                      <a:r>
                        <a:rPr lang="zh-CN" altLang="en-US"/>
                        <a:t>成员</a:t>
                      </a:r>
                      <a:r>
                        <a:rPr lang="en-US" altLang="zh-CN"/>
                        <a:t> A)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接入</a:t>
                      </a:r>
                      <a:r>
                        <a:rPr lang="en-US" altLang="zh-CN"/>
                        <a:t> LLM API</a:t>
                      </a:r>
                      <a:r>
                        <a:rPr lang="zh-CN" altLang="en-US"/>
                        <a:t>（如</a:t>
                      </a:r>
                      <a:r>
                        <a:rPr lang="en-US" altLang="zh-CN"/>
                        <a:t> DeepSeek</a:t>
                      </a:r>
                      <a:r>
                        <a:rPr lang="zh-CN" altLang="en-US"/>
                        <a:t>或</a:t>
                      </a:r>
                      <a:r>
                        <a:rPr lang="en-US" altLang="zh-CN"/>
                        <a:t> Qwen</a:t>
                      </a:r>
                      <a:r>
                        <a:rPr lang="zh-CN" altLang="en-US"/>
                        <a:t>）；编写</a:t>
                      </a:r>
                      <a:r>
                        <a:rPr lang="en-US" altLang="zh-CN"/>
                        <a:t> Prompt </a:t>
                      </a:r>
                      <a:r>
                        <a:rPr lang="zh-CN" altLang="en-US"/>
                        <a:t>引导模型进行语序修正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视觉算法</a:t>
                      </a:r>
                      <a:r>
                        <a:rPr lang="en-US" altLang="zh-CN"/>
                        <a:t> (</a:t>
                      </a:r>
                      <a:r>
                        <a:rPr lang="zh-CN" altLang="en-US"/>
                        <a:t>成员</a:t>
                      </a:r>
                      <a:r>
                        <a:rPr lang="en-US" altLang="zh-CN"/>
                        <a:t> B)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训练</a:t>
                      </a:r>
                      <a:r>
                        <a:rPr lang="en-US" altLang="zh-CN"/>
                        <a:t> YOLO </a:t>
                      </a:r>
                      <a:r>
                        <a:rPr lang="zh-CN" altLang="en-US"/>
                        <a:t>模型识别特定手势；编写脚本提取手势的速度、幅度等物理参数</a:t>
                      </a:r>
                      <a:endParaRPr lang="zh-CN" altLang="en-US"/>
                    </a:p>
                  </a:txBody>
                  <a:tcPr/>
                </a:tc>
              </a:tr>
              <a:tr h="33147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语义逻辑</a:t>
                      </a:r>
                      <a:r>
                        <a:rPr lang="en-US" altLang="zh-CN"/>
                        <a:t> (</a:t>
                      </a:r>
                      <a:r>
                        <a:rPr lang="zh-CN" altLang="en-US"/>
                        <a:t>成员</a:t>
                      </a:r>
                      <a:r>
                        <a:rPr lang="en-US" altLang="zh-CN"/>
                        <a:t> C)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开发逻辑接口，将</a:t>
                      </a:r>
                      <a:r>
                        <a:rPr lang="en-US" altLang="zh-CN"/>
                        <a:t> YOLO </a:t>
                      </a:r>
                      <a:r>
                        <a:rPr lang="zh-CN" altLang="en-US"/>
                        <a:t>识别到的连续词汇流转化为结构化文本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视觉特效</a:t>
                      </a:r>
                      <a:r>
                        <a:rPr lang="en-US" altLang="zh-CN"/>
                        <a:t> (</a:t>
                      </a:r>
                      <a:r>
                        <a:rPr lang="zh-CN" altLang="en-US"/>
                        <a:t>成员</a:t>
                      </a:r>
                      <a:r>
                        <a:rPr lang="en-US" altLang="zh-CN"/>
                        <a:t> D)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完成</a:t>
                      </a:r>
                      <a:r>
                        <a:rPr lang="en-US" altLang="zh-CN"/>
                        <a:t> 20 </a:t>
                      </a:r>
                      <a:r>
                        <a:rPr lang="zh-CN" altLang="en-US"/>
                        <a:t>个词汇的粒子效果开发；实现根据参数（如速度）改变粒子颜色的功能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产品</a:t>
                      </a:r>
                      <a:r>
                        <a:rPr lang="en-US" altLang="zh-CN"/>
                        <a:t> (</a:t>
                      </a:r>
                      <a:r>
                        <a:rPr lang="zh-CN" altLang="en-US"/>
                        <a:t>成员</a:t>
                      </a:r>
                      <a:r>
                        <a:rPr lang="en-US" altLang="zh-CN"/>
                        <a:t> E)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设计</a:t>
                      </a:r>
                      <a:r>
                        <a:rPr lang="en-US" altLang="zh-CN"/>
                        <a:t> UI </a:t>
                      </a:r>
                      <a:r>
                        <a:rPr lang="zh-CN" altLang="en-US"/>
                        <a:t>界面（如摄像头画面与动画效果的布局）</a:t>
                      </a: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</p:spTree>
    <p:custDataLst>
      <p:tags r:id="rId3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组合 27"/>
          <p:cNvGrpSpPr/>
          <p:nvPr/>
        </p:nvGrpSpPr>
        <p:grpSpPr>
          <a:xfrm>
            <a:off x="0" y="382270"/>
            <a:ext cx="8213090" cy="521970"/>
            <a:chOff x="653" y="5042"/>
            <a:chExt cx="12934" cy="822"/>
          </a:xfrm>
        </p:grpSpPr>
        <p:sp>
          <p:nvSpPr>
            <p:cNvPr id="12" name="矩形 11"/>
            <p:cNvSpPr/>
            <p:nvPr/>
          </p:nvSpPr>
          <p:spPr>
            <a:xfrm>
              <a:off x="653" y="5137"/>
              <a:ext cx="1164" cy="567"/>
            </a:xfrm>
            <a:prstGeom prst="rect">
              <a:avLst/>
            </a:prstGeom>
            <a:solidFill>
              <a:srgbClr val="003D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003D83"/>
                </a:solidFill>
                <a:cs typeface="思源黑体 CN Normal" panose="020B0400000000000000" charset="-122"/>
              </a:endParaRPr>
            </a:p>
          </p:txBody>
        </p:sp>
        <p:sp>
          <p:nvSpPr>
            <p:cNvPr id="3" name="文本框 2"/>
            <p:cNvSpPr txBox="1"/>
            <p:nvPr/>
          </p:nvSpPr>
          <p:spPr>
            <a:xfrm>
              <a:off x="1901" y="5042"/>
              <a:ext cx="11686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Bold" panose="020B0800000000000000" charset="-122"/>
                  <a:ea typeface="思源黑体 CN Bold" panose="020B0800000000000000" charset="-122"/>
                  <a:cs typeface="思源黑体 CN Normal" panose="020B0400000000000000" charset="-122"/>
                </a:rPr>
                <a:t>第三阶段：系统集成、测试与交付（第</a:t>
              </a:r>
              <a:r>
                <a:rPr lang="en-US" altLang="zh-CN" sz="280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Bold" panose="020B0800000000000000" charset="-122"/>
                  <a:ea typeface="思源黑体 CN Bold" panose="020B0800000000000000" charset="-122"/>
                  <a:cs typeface="思源黑体 CN Normal" panose="020B0400000000000000" charset="-122"/>
                </a:rPr>
                <a:t> 6-8 </a:t>
              </a:r>
              <a:r>
                <a:rPr lang="zh-CN" altLang="en-US" sz="280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Bold" panose="020B0800000000000000" charset="-122"/>
                  <a:ea typeface="思源黑体 CN Bold" panose="020B0800000000000000" charset="-122"/>
                  <a:cs typeface="思源黑体 CN Normal" panose="020B0400000000000000" charset="-122"/>
                </a:rPr>
                <a:t>周）</a:t>
              </a:r>
              <a:endParaRPr lang="zh-CN" altLang="en-US" sz="2800">
                <a:solidFill>
                  <a:schemeClr val="tx1">
                    <a:lumMod val="85000"/>
                    <a:lumOff val="15000"/>
                  </a:schemeClr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Normal" panose="020B0400000000000000" charset="-122"/>
              </a:endParaRPr>
            </a:p>
          </p:txBody>
        </p:sp>
      </p:grpSp>
      <p:pic>
        <p:nvPicPr>
          <p:cNvPr id="10" name="图片 9" descr="SWU水印 线条1"/>
          <p:cNvPicPr>
            <a:picLocks noChangeAspect="1"/>
          </p:cNvPicPr>
          <p:nvPr/>
        </p:nvPicPr>
        <p:blipFill>
          <a:blip r:embed="rId1"/>
          <a:srcRect t="44204" b="47074"/>
          <a:stretch>
            <a:fillRect/>
          </a:stretch>
        </p:blipFill>
        <p:spPr>
          <a:xfrm>
            <a:off x="0" y="6229350"/>
            <a:ext cx="12190095" cy="757555"/>
          </a:xfrm>
          <a:prstGeom prst="rect">
            <a:avLst/>
          </a:prstGeom>
        </p:spPr>
      </p:pic>
      <p:graphicFrame>
        <p:nvGraphicFramePr>
          <p:cNvPr id="14" name="表格 13"/>
          <p:cNvGraphicFramePr/>
          <p:nvPr>
            <p:custDataLst>
              <p:tags r:id="rId2"/>
            </p:custDataLst>
          </p:nvPr>
        </p:nvGraphicFramePr>
        <p:xfrm>
          <a:off x="772795" y="1699895"/>
          <a:ext cx="10864215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1225"/>
                <a:gridCol w="8682990"/>
              </a:tblGrid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成员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任务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组长</a:t>
                      </a:r>
                      <a:r>
                        <a:rPr lang="en-US" altLang="zh-CN"/>
                        <a:t> (</a:t>
                      </a:r>
                      <a:r>
                        <a:rPr lang="zh-CN" altLang="en-US"/>
                        <a:t>成员</a:t>
                      </a:r>
                      <a:r>
                        <a:rPr lang="en-US" altLang="zh-CN"/>
                        <a:t> A)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全链路集成联调；优化</a:t>
                      </a:r>
                      <a:r>
                        <a:rPr lang="en-US" altLang="zh-CN"/>
                        <a:t> LLM </a:t>
                      </a:r>
                      <a:r>
                        <a:rPr lang="zh-CN" altLang="en-US"/>
                        <a:t>响应延迟；负责期末展示的现场技术支持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视觉算法</a:t>
                      </a:r>
                      <a:r>
                        <a:rPr lang="en-US" altLang="zh-CN"/>
                        <a:t> (</a:t>
                      </a:r>
                      <a:r>
                        <a:rPr lang="zh-CN" altLang="en-US"/>
                        <a:t>成员</a:t>
                      </a:r>
                      <a:r>
                        <a:rPr lang="en-US" altLang="zh-CN"/>
                        <a:t> B)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优化模型推理速度；进行测试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语义逻辑</a:t>
                      </a:r>
                      <a:r>
                        <a:rPr lang="en-US" altLang="zh-CN"/>
                        <a:t> (</a:t>
                      </a:r>
                      <a:r>
                        <a:rPr lang="zh-CN" altLang="en-US"/>
                        <a:t>成员</a:t>
                      </a:r>
                      <a:r>
                        <a:rPr lang="en-US" altLang="zh-CN"/>
                        <a:t> C)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完善异常处理（如识别不到词汇时的占位逻辑）；协助组长进行联调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视觉特效</a:t>
                      </a:r>
                      <a:r>
                        <a:rPr lang="en-US" altLang="zh-CN"/>
                        <a:t> (</a:t>
                      </a:r>
                      <a:r>
                        <a:rPr lang="zh-CN" altLang="en-US"/>
                        <a:t>成员</a:t>
                      </a:r>
                      <a:r>
                        <a:rPr lang="en-US" altLang="zh-CN"/>
                        <a:t> D)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配合算法调整动画触发的灵敏度；优化渲染性能，确保不卡顿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产品</a:t>
                      </a:r>
                      <a:r>
                        <a:rPr lang="en-US" altLang="zh-CN"/>
                        <a:t> (</a:t>
                      </a:r>
                      <a:r>
                        <a:rPr lang="zh-CN" altLang="en-US"/>
                        <a:t>成员</a:t>
                      </a:r>
                      <a:r>
                        <a:rPr lang="en-US" altLang="zh-CN"/>
                        <a:t> E)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最终</a:t>
                      </a:r>
                      <a:r>
                        <a:rPr lang="en-US" altLang="zh-CN"/>
                        <a:t> PPT </a:t>
                      </a:r>
                      <a:r>
                        <a:rPr lang="zh-CN" altLang="en-US"/>
                        <a:t>润色；剪辑具有冲击力的展示视频；准备汇报时的演讲稿与演示</a:t>
                      </a:r>
                      <a:r>
                        <a:rPr lang="en-US" altLang="zh-CN"/>
                        <a:t> Demo</a:t>
                      </a: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</p:spTree>
    <p:custDataLst>
      <p:tags r:id="rId3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>
            <p:custDataLst>
              <p:tags r:id="rId1"/>
            </p:custDataLst>
          </p:nvPr>
        </p:nvSpPr>
        <p:spPr>
          <a:xfrm>
            <a:off x="-635" y="1691005"/>
            <a:ext cx="12192635" cy="3217545"/>
          </a:xfrm>
          <a:prstGeom prst="rect">
            <a:avLst/>
          </a:prstGeom>
          <a:solidFill>
            <a:srgbClr val="003D83"/>
          </a:solidFill>
          <a:ln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 flipH="1">
            <a:off x="1905" y="5024755"/>
            <a:ext cx="12192635" cy="76200"/>
          </a:xfrm>
          <a:prstGeom prst="rect">
            <a:avLst/>
          </a:prstGeom>
          <a:solidFill>
            <a:srgbClr val="003D83"/>
          </a:solidFill>
          <a:ln w="12700" cmpd="sng">
            <a:noFill/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 userDrawn="1">
            <p:custDataLst>
              <p:tags r:id="rId3"/>
            </p:custDataLst>
          </p:nvPr>
        </p:nvSpPr>
        <p:spPr>
          <a:xfrm>
            <a:off x="-635" y="1498600"/>
            <a:ext cx="12192000" cy="76200"/>
          </a:xfrm>
          <a:prstGeom prst="rect">
            <a:avLst/>
          </a:prstGeom>
          <a:solidFill>
            <a:srgbClr val="003D8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>
            <p:custDataLst>
              <p:tags r:id="rId4"/>
            </p:custDataLst>
          </p:nvPr>
        </p:nvSpPr>
        <p:spPr>
          <a:xfrm>
            <a:off x="1889760" y="2653983"/>
            <a:ext cx="8412480" cy="1291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lnSpc>
                <a:spcPct val="130000"/>
              </a:lnSpc>
              <a:buClrTx/>
              <a:buSzTx/>
              <a:buFontTx/>
            </a:pPr>
            <a:r>
              <a:rPr lang="zh-CN" altLang="en-US" sz="6000" b="1" dirty="0">
                <a:solidFill>
                  <a:srgbClr val="F4E6D9"/>
                </a:solidFill>
                <a:latin typeface="方正大标宋简体 (标题)" charset="0"/>
                <a:ea typeface="方正大标宋简体 (标题)" charset="0"/>
                <a:sym typeface="+mn-ea"/>
              </a:rPr>
              <a:t>感谢观看 </a:t>
            </a:r>
            <a:endParaRPr lang="zh-CN" altLang="en-US" sz="6000" b="1" dirty="0">
              <a:solidFill>
                <a:srgbClr val="F4E6D9"/>
              </a:solidFill>
              <a:latin typeface="方正大标宋简体 (标题)" charset="0"/>
              <a:ea typeface="方正大标宋简体 (标题)" charset="0"/>
              <a:sym typeface="+mn-ea"/>
            </a:endParaRPr>
          </a:p>
        </p:txBody>
      </p:sp>
      <p:pic>
        <p:nvPicPr>
          <p:cNvPr id="13" name="图片 12" descr="校训"/>
          <p:cNvPicPr>
            <a:picLocks noChangeAspect="1"/>
          </p:cNvPicPr>
          <p:nvPr/>
        </p:nvPicPr>
        <p:blipFill>
          <a:blip r:embed="rId5"/>
          <a:srcRect b="60826"/>
          <a:stretch>
            <a:fillRect/>
          </a:stretch>
        </p:blipFill>
        <p:spPr>
          <a:xfrm>
            <a:off x="9272270" y="6179820"/>
            <a:ext cx="1522095" cy="421640"/>
          </a:xfrm>
          <a:prstGeom prst="rect">
            <a:avLst/>
          </a:prstGeom>
        </p:spPr>
      </p:pic>
      <p:pic>
        <p:nvPicPr>
          <p:cNvPr id="14" name="图片 13" descr="校训"/>
          <p:cNvPicPr>
            <a:picLocks noChangeAspect="1"/>
          </p:cNvPicPr>
          <p:nvPr/>
        </p:nvPicPr>
        <p:blipFill>
          <a:blip r:embed="rId5"/>
          <a:srcRect t="41062" b="18997"/>
          <a:stretch>
            <a:fillRect/>
          </a:stretch>
        </p:blipFill>
        <p:spPr>
          <a:xfrm>
            <a:off x="10716260" y="6171565"/>
            <a:ext cx="1522095" cy="429895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5223510" y="4334510"/>
            <a:ext cx="1744980" cy="3524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>
            <p:custDataLst>
              <p:tags r:id="rId6"/>
            </p:custDataLst>
          </p:nvPr>
        </p:nvSpPr>
        <p:spPr>
          <a:xfrm>
            <a:off x="5071110" y="4285615"/>
            <a:ext cx="1897380" cy="5118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1600" b="1" dirty="0">
                <a:solidFill>
                  <a:srgbClr val="003D83"/>
                </a:solidFill>
                <a:latin typeface="方正小标宋简体" panose="02000000000000000000" pitchFamily="65" charset="-122"/>
                <a:ea typeface="方正小标宋简体" panose="02000000000000000000" pitchFamily="65" charset="-122"/>
                <a:cs typeface="方正小标宋简体" panose="02000000000000000000" pitchFamily="65" charset="-122"/>
              </a:rPr>
              <a:t>汇报人：陈建扬</a:t>
            </a:r>
            <a:endParaRPr lang="en-US" altLang="zh-CN" sz="1600" b="1" dirty="0">
              <a:solidFill>
                <a:srgbClr val="003D83"/>
              </a:solidFill>
              <a:latin typeface="方正小标宋简体" panose="02000000000000000000" pitchFamily="65" charset="-122"/>
              <a:ea typeface="方正小标宋简体" panose="02000000000000000000" pitchFamily="65" charset="-122"/>
              <a:cs typeface="方正小标宋简体" panose="02000000000000000000" pitchFamily="65" charset="-122"/>
            </a:endParaRPr>
          </a:p>
        </p:txBody>
      </p:sp>
      <p:sp>
        <p:nvSpPr>
          <p:cNvPr id="3" name="椭圆 2"/>
          <p:cNvSpPr/>
          <p:nvPr/>
        </p:nvSpPr>
        <p:spPr>
          <a:xfrm>
            <a:off x="5006340" y="404972"/>
            <a:ext cx="2093595" cy="2093595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50800" dist="381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7" name="图片 16" descr="7.5校徽组合(转曲版）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70158" y="468789"/>
            <a:ext cx="1965960" cy="1965960"/>
          </a:xfrm>
          <a:prstGeom prst="rect">
            <a:avLst/>
          </a:prstGeom>
        </p:spPr>
      </p:pic>
    </p:spTree>
    <p:custDataLst>
      <p:tags r:id="rId8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BEAUTIFY_FLAG" val=""/>
  <p:tag name="KSO_WM_DIAGRAM_VIRTUALLY_FRAME" val="{&quot;height&quot;:268.75,&quot;left&quot;:401.6,&quot;top&quot;:136.771968503937,&quot;width&quot;:425.09622047244085}"/>
</p:tagLst>
</file>

<file path=ppt/tags/tag67.xml><?xml version="1.0" encoding="utf-8"?>
<p:tagLst xmlns:p="http://schemas.openxmlformats.org/presentationml/2006/main">
  <p:tag name="KSO_WM_BEAUTIFY_FLAG" val=""/>
  <p:tag name="KSO_WM_DIAGRAM_VIRTUALLY_FRAME" val="{&quot;height&quot;:268.75,&quot;left&quot;:401.6,&quot;top&quot;:136.771968503937,&quot;width&quot;:425.09622047244085}"/>
</p:tagLst>
</file>

<file path=ppt/tags/tag68.xml><?xml version="1.0" encoding="utf-8"?>
<p:tagLst xmlns:p="http://schemas.openxmlformats.org/presentationml/2006/main">
  <p:tag name="KSO_WM_BEAUTIFY_FLAG" val=""/>
  <p:tag name="KSO_WM_DIAGRAM_VIRTUALLY_FRAME" val="{&quot;height&quot;:268.75,&quot;left&quot;:401.6,&quot;top&quot;:136.771968503937,&quot;width&quot;:425.09622047244085}"/>
</p:tagLst>
</file>

<file path=ppt/tags/tag69.xml><?xml version="1.0" encoding="utf-8"?>
<p:tagLst xmlns:p="http://schemas.openxmlformats.org/presentationml/2006/main">
  <p:tag name="KSO_WM_BEAUTIFY_FLAG" val=""/>
  <p:tag name="KSO_WM_DIAGRAM_VIRTUALLY_FRAME" val="{&quot;height&quot;:268.75,&quot;left&quot;:401.6,&quot;top&quot;:136.771968503937,&quot;width&quot;:425.09622047244085}"/>
</p:tagLst>
</file>

<file path=ppt/tags/tag70.xml><?xml version="1.0" encoding="utf-8"?>
<p:tagLst xmlns:p="http://schemas.openxmlformats.org/presentationml/2006/main">
  <p:tag name="KSO_WM_BEAUTIFY_FLAG" val=""/>
  <p:tag name="KSO_WM_DIAGRAM_VIRTUALLY_FRAME" val="{&quot;height&quot;:268.75,&quot;left&quot;:401.6,&quot;top&quot;:136.771968503937,&quot;width&quot;:425.09622047244085}"/>
</p:tagLst>
</file>

<file path=ppt/tags/tag71.xml><?xml version="1.0" encoding="utf-8"?>
<p:tagLst xmlns:p="http://schemas.openxmlformats.org/presentationml/2006/main">
  <p:tag name="KSO_WM_BEAUTIFY_FLAG" val=""/>
  <p:tag name="KSO_WM_DIAGRAM_VIRTUALLY_FRAME" val="{&quot;height&quot;:268.75,&quot;left&quot;:401.6,&quot;top&quot;:136.771968503937,&quot;width&quot;:425.09622047244085}"/>
</p:tagLst>
</file>

<file path=ppt/tags/tag72.xml><?xml version="1.0" encoding="utf-8"?>
<p:tagLst xmlns:p="http://schemas.openxmlformats.org/presentationml/2006/main">
  <p:tag name="KSO_WM_BEAUTIFY_FLAG" val=""/>
  <p:tag name="KSO_WM_DIAGRAM_VIRTUALLY_FRAME" val="{&quot;height&quot;:268.75,&quot;left&quot;:401.6,&quot;top&quot;:136.771968503937,&quot;width&quot;:425.09622047244085}"/>
</p:tagLst>
</file>

<file path=ppt/tags/tag73.xml><?xml version="1.0" encoding="utf-8"?>
<p:tagLst xmlns:p="http://schemas.openxmlformats.org/presentationml/2006/main">
  <p:tag name="KSO_WM_BEAUTIFY_FLAG" val=""/>
  <p:tag name="KSO_WM_DIAGRAM_VIRTUALLY_FRAME" val="{&quot;height&quot;:268.75,&quot;left&quot;:401.6,&quot;top&quot;:136.771968503937,&quot;width&quot;:425.09622047244085}"/>
</p:tagLst>
</file>

<file path=ppt/tags/tag74.xml><?xml version="1.0" encoding="utf-8"?>
<p:tagLst xmlns:p="http://schemas.openxmlformats.org/presentationml/2006/main">
  <p:tag name="KSO_WM_BEAUTIFY_FLAG" val=""/>
  <p:tag name="KSO_WM_DIAGRAM_VIRTUALLY_FRAME" val="{&quot;height&quot;:268.75,&quot;left&quot;:401.6,&quot;top&quot;:136.771968503937,&quot;width&quot;:425.09622047244085}"/>
</p:tagLst>
</file>

<file path=ppt/tags/tag75.xml><?xml version="1.0" encoding="utf-8"?>
<p:tagLst xmlns:p="http://schemas.openxmlformats.org/presentationml/2006/main">
  <p:tag name="KSO_WM_BEAUTIFY_FLAG" val=""/>
  <p:tag name="KSO_WM_DIAGRAM_VIRTUALLY_FRAME" val="{&quot;height&quot;:268.75,&quot;left&quot;:401.6,&quot;top&quot;:136.771968503937,&quot;width&quot;:425.09622047244085}"/>
</p:tagLst>
</file>

<file path=ppt/tags/tag76.xml><?xml version="1.0" encoding="utf-8"?>
<p:tagLst xmlns:p="http://schemas.openxmlformats.org/presentationml/2006/main">
  <p:tag name="KSO_WM_UNIT_LINE_FORE_SCHEMECOLOR_INDEX_BRIGHTNESS" val="0"/>
  <p:tag name="KSO_WM_UNIT_LINE_FORE_SCHEMECOLOR_INDEX" val="14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77.xml><?xml version="1.0" encoding="utf-8"?>
<p:tagLst xmlns:p="http://schemas.openxmlformats.org/presentationml/2006/main">
  <p:tag name="KSO_WM_UNIT_TEXT_FILL_FORE_SCHEMECOLOR_INDEX_BRIGHTNESS" val="0.25"/>
  <p:tag name="KSO_WM_UNIT_TEXT_FILL_FORE_SCHEMECOLOR_INDEX" val="13"/>
  <p:tag name="KSO_WM_UNIT_TEXT_FILL_TYPE" val="1"/>
</p:tagLst>
</file>

<file path=ppt/tags/tag78.xml><?xml version="1.0" encoding="utf-8"?>
<p:tagLst xmlns:p="http://schemas.openxmlformats.org/presentationml/2006/main">
  <p:tag name="KSO_WM_UNIT_TEXT_FILL_FORE_SCHEMECOLOR_INDEX_BRIGHTNESS" val="0.25"/>
  <p:tag name="KSO_WM_UNIT_TEXT_FILL_FORE_SCHEMECOLOR_INDEX" val="13"/>
  <p:tag name="KSO_WM_UNIT_TEXT_FILL_TYPE" val="1"/>
</p:tagLst>
</file>

<file path=ppt/tags/tag79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0.xml><?xml version="1.0" encoding="utf-8"?>
<p:tagLst xmlns:p="http://schemas.openxmlformats.org/presentationml/2006/main">
  <p:tag name="KSO_WM_BEAUTIFY_FLAG" val=""/>
</p:tagLst>
</file>

<file path=ppt/tags/tag81.xml><?xml version="1.0" encoding="utf-8"?>
<p:tagLst xmlns:p="http://schemas.openxmlformats.org/presentationml/2006/main">
  <p:tag name="KSO_WM_BEAUTIFY_FLAG" val=""/>
</p:tagLst>
</file>

<file path=ppt/tags/tag82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3.xml><?xml version="1.0" encoding="utf-8"?>
<p:tagLst xmlns:p="http://schemas.openxmlformats.org/presentationml/2006/main">
  <p:tag name="KSO_WM_BEAUTIFY_FLAG" val=""/>
</p:tagLst>
</file>

<file path=ppt/tags/tag84.xml><?xml version="1.0" encoding="utf-8"?>
<p:tagLst xmlns:p="http://schemas.openxmlformats.org/presentationml/2006/main">
  <p:tag name="KSO_WM_BEAUTIFY_FLAG" val="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720_1_1"/>
  <p:tag name="KSO_WM_UNIT_ID" val="diagram20205779_2*m_h_i*720_1_1"/>
  <p:tag name="KSO_WM_TEMPLATE_CATEGORY" val="diagram"/>
  <p:tag name="KSO_WM_TEMPLATE_INDEX" val="20205779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  <p:tag name="KSO_WM_UNIT_USESOURCEFORMAT_APPLY" val="1"/>
  <p:tag name="KSO_WM_DIAGRAM_VIRTUALLY_FRAME" val="{&quot;height&quot;:400.6011811023622,&quot;left&quot;:86,&quot;top&quot;:81.5988188976378,&quot;width&quot;:73.46338582677166}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720_1_3"/>
  <p:tag name="KSO_WM_UNIT_ID" val="diagram20205779_2*m_h_i*720_1_3"/>
  <p:tag name="KSO_WM_TEMPLATE_CATEGORY" val="diagram"/>
  <p:tag name="KSO_WM_TEMPLATE_INDEX" val="20205779"/>
  <p:tag name="KSO_WM_UNIT_LAYERLEVEL" val="1_1_1"/>
  <p:tag name="KSO_WM_TAG_VERSION" val="1.0"/>
  <p:tag name="KSO_WM_BEAUTIFY_FLAG" val="#wm#"/>
  <p:tag name="KSO_WM_UNIT_LINE_FORE_SCHEMECOLOR_INDEX_BRIGHTNESS" val="0"/>
  <p:tag name="KSO_WM_UNIT_LINE_FORE_SCHEMECOLOR_INDEX" val="5"/>
  <p:tag name="KSO_WM_UNIT_LINE_FILL_TYPE" val="2"/>
  <p:tag name="KSO_WM_UNIT_USESOURCEFORMAT_APPLY" val="1"/>
  <p:tag name="KSO_WM_DIAGRAM_VIRTUALLY_FRAME" val="{&quot;height&quot;:400.6011811023622,&quot;left&quot;:86,&quot;top&quot;:81.5988188976378,&quot;width&quot;:73.46338582677166}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720_2_1"/>
  <p:tag name="KSO_WM_UNIT_ID" val="diagram20205779_2*m_h_i*720_2_1"/>
  <p:tag name="KSO_WM_TEMPLATE_CATEGORY" val="diagram"/>
  <p:tag name="KSO_WM_TEMPLATE_INDEX" val="20205779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4"/>
  <p:tag name="KSO_WM_UNIT_TEXT_FILL_TYPE" val="1"/>
  <p:tag name="KSO_WM_UNIT_USESOURCEFORMAT_APPLY" val="1"/>
  <p:tag name="KSO_WM_DIAGRAM_VIRTUALLY_FRAME" val="{&quot;height&quot;:400.6011811023622,&quot;left&quot;:86,&quot;top&quot;:81.5988188976378,&quot;width&quot;:73.46338582677166}"/>
</p:tagLst>
</file>

<file path=ppt/tags/tag8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可添加副标题"/>
  <p:tag name="KSO_WM_UNIT_NOCLEAR" val="0"/>
  <p:tag name="KSO_WM_UNIT_SHOW_EDIT_AREA_INDICATION" val="1"/>
  <p:tag name="KSO_WM_UNIT_VALUE" val="44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diagram20212844_1*b*1"/>
  <p:tag name="KSO_WM_TEMPLATE_CATEGORY" val="diagram"/>
  <p:tag name="KSO_WM_TEMPLATE_INDEX" val="20212844"/>
  <p:tag name="KSO_WM_UNIT_LAYERLEVEL" val="1"/>
  <p:tag name="KSO_WM_TAG_VERSION" val="1.0"/>
  <p:tag name="KSO_WM_BEAUTIFY_FLAG" val=""/>
  <p:tag name="KSO_WM_UNIT_DEFAULT_FONT" val="18;24;2"/>
  <p:tag name="KSO_WM_UNIT_BLOCK" val="0"/>
  <p:tag name="KSO_WM_UNIT_DEC_AREA_ID" val="79f04bebe64b423a9f863252e58a0482"/>
  <p:tag name="KSO_WM_CHIP_GROUPID" val="5f0681562c9c209bb8bb14eb"/>
  <p:tag name="KSO_WM_CHIP_XID" val="5f0681562c9c209bb8bb14ec"/>
  <p:tag name="KSO_WM_CHIP_FILLAREA_FILL_RULE" val="{&quot;fill_align&quot;:&quot;lt&quot;,&quot;fill_mode&quot;:&quot;full&quot;,&quot;sacle_strategy&quot;:&quot;smart&quot;}"/>
  <p:tag name="KSO_WM_ASSEMBLE_CHIP_INDEX" val="8f21ea55c32344f08bbc95e8a30e2cef"/>
  <p:tag name="KSO_WM_UNIT_TEXT_FILL_FORE_SCHEMECOLOR_INDEX_BRIGHTNESS" val="-0.25"/>
  <p:tag name="KSO_WM_UNIT_TEXT_FILL_FORE_SCHEMECOLOR_INDEX" val="14"/>
  <p:tag name="KSO_WM_UNIT_TEXT_FILL_TYPE" val="1"/>
  <p:tag name="KSO_WM_TEMPLATE_ASSEMBLE_XID" val="60656f644054ed1e2fb80932"/>
  <p:tag name="KSO_WM_TEMPLATE_ASSEMBLE_GROUPID" val="60656f644054ed1e2fb80932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SUBTYPE" val="d"/>
  <p:tag name="KSO_WM_UNIT_TYPE" val="m_h_i"/>
  <p:tag name="KSO_WM_UNIT_INDEX" val="720_1_2"/>
  <p:tag name="KSO_WM_UNIT_ID" val="diagram20205779_2*m_h_i*720_1_2"/>
  <p:tag name="KSO_WM_TEMPLATE_CATEGORY" val="diagram"/>
  <p:tag name="KSO_WM_TEMPLATE_INDEX" val="20205779"/>
  <p:tag name="KSO_WM_UNIT_LAYERLEVEL" val="1_1_1"/>
  <p:tag name="KSO_WM_TAG_VERSION" val="1.0"/>
  <p:tag name="KSO_WM_BEAUTIFY_FLAG" val="#wm#"/>
  <p:tag name="KSO_WM_UNIT_TEXT_FILL_FORE_SCHEMECOLOR_INDEX_BRIGHTNESS" val="0"/>
  <p:tag name="KSO_WM_UNIT_TEXT_FILL_FORE_SCHEMECOLOR_INDEX" val="14"/>
  <p:tag name="KSO_WM_UNIT_TEXT_FILL_TYPE" val="1"/>
  <p:tag name="KSO_WM_UNIT_USESOURCEFORMAT_APPLY" val="1"/>
  <p:tag name="KSO_WM_DIAGRAM_VIRTUALLY_FRAME" val="{&quot;height&quot;:400.6011811023622,&quot;left&quot;:86,&quot;top&quot;:81.5988188976378,&quot;width&quot;:73.46338582677166}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SUBTYPE" val="d"/>
  <p:tag name="KSO_WM_UNIT_TYPE" val="m_h_i"/>
  <p:tag name="KSO_WM_UNIT_INDEX" val="720_1_2"/>
  <p:tag name="KSO_WM_UNIT_ID" val="diagram20205779_2*m_h_i*720_1_2"/>
  <p:tag name="KSO_WM_TEMPLATE_CATEGORY" val="diagram"/>
  <p:tag name="KSO_WM_TEMPLATE_INDEX" val="20205779"/>
  <p:tag name="KSO_WM_UNIT_LAYERLEVEL" val="1_1_1"/>
  <p:tag name="KSO_WM_TAG_VERSION" val="1.0"/>
  <p:tag name="KSO_WM_BEAUTIFY_FLAG" val="#wm#"/>
  <p:tag name="KSO_WM_UNIT_TEXT_FILL_FORE_SCHEMECOLOR_INDEX_BRIGHTNESS" val="0"/>
  <p:tag name="KSO_WM_UNIT_TEXT_FILL_FORE_SCHEMECOLOR_INDEX" val="14"/>
  <p:tag name="KSO_WM_UNIT_TEXT_FILL_TYPE" val="1"/>
  <p:tag name="KSO_WM_UNIT_USESOURCEFORMAT_APPLY" val="1"/>
  <p:tag name="KSO_WM_DIAGRAM_VIRTUALLY_FRAME" val="{&quot;height&quot;:400.6011811023622,&quot;left&quot;:86,&quot;top&quot;:81.5988188976378,&quot;width&quot;:73.46338582677166}"/>
</p:tagLst>
</file>

<file path=ppt/tags/tag91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可添加副标题"/>
  <p:tag name="KSO_WM_UNIT_NOCLEAR" val="0"/>
  <p:tag name="KSO_WM_UNIT_SHOW_EDIT_AREA_INDICATION" val="1"/>
  <p:tag name="KSO_WM_UNIT_VALUE" val="44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diagram20212844_1*b*1"/>
  <p:tag name="KSO_WM_TEMPLATE_CATEGORY" val="diagram"/>
  <p:tag name="KSO_WM_TEMPLATE_INDEX" val="20212844"/>
  <p:tag name="KSO_WM_UNIT_LAYERLEVEL" val="1"/>
  <p:tag name="KSO_WM_TAG_VERSION" val="1.0"/>
  <p:tag name="KSO_WM_BEAUTIFY_FLAG" val=""/>
  <p:tag name="KSO_WM_UNIT_DEFAULT_FONT" val="18;24;2"/>
  <p:tag name="KSO_WM_UNIT_BLOCK" val="0"/>
  <p:tag name="KSO_WM_UNIT_DEC_AREA_ID" val="79f04bebe64b423a9f863252e58a0482"/>
  <p:tag name="KSO_WM_CHIP_GROUPID" val="5f0681562c9c209bb8bb14eb"/>
  <p:tag name="KSO_WM_CHIP_XID" val="5f0681562c9c209bb8bb14ec"/>
  <p:tag name="KSO_WM_CHIP_FILLAREA_FILL_RULE" val="{&quot;fill_align&quot;:&quot;lt&quot;,&quot;fill_mode&quot;:&quot;full&quot;,&quot;sacle_strategy&quot;:&quot;smart&quot;}"/>
  <p:tag name="KSO_WM_ASSEMBLE_CHIP_INDEX" val="8f21ea55c32344f08bbc95e8a30e2cef"/>
  <p:tag name="KSO_WM_UNIT_TEXT_FILL_FORE_SCHEMECOLOR_INDEX_BRIGHTNESS" val="-0.25"/>
  <p:tag name="KSO_WM_UNIT_TEXT_FILL_FORE_SCHEMECOLOR_INDEX" val="14"/>
  <p:tag name="KSO_WM_UNIT_TEXT_FILL_TYPE" val="1"/>
  <p:tag name="KSO_WM_TEMPLATE_ASSEMBLE_XID" val="60656f644054ed1e2fb80932"/>
  <p:tag name="KSO_WM_TEMPLATE_ASSEMBLE_GROUPID" val="60656f644054ed1e2fb80932"/>
</p:tagLst>
</file>

<file path=ppt/tags/tag92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532_1_1"/>
  <p:tag name="KSO_WM_UNIT_ID" val="diagram20231350_1*l_h_f*532_1_1"/>
  <p:tag name="KSO_WM_TEMPLATE_CATEGORY" val="diagram"/>
  <p:tag name="KSO_WM_TEMPLATE_INDEX" val="20231350"/>
  <p:tag name="KSO_WM_UNIT_LAYERLEVEL" val="1_1_1"/>
  <p:tag name="KSO_WM_TAG_VERSION" val="3.0"/>
  <p:tag name="KSO_WM_BEAUTIFY_FLAG" val=""/>
  <p:tag name="KSO_WM_DIAGRAM_VERSION" val="3"/>
  <p:tag name="KSO_WM_DIAGRAM_COLOR_TEXT_CAN_REMOVE" val="n"/>
  <p:tag name="KSO_WM_UNIT_PRESET_TEXT" val="单击此处输入你的正文，文字是您思想的提炼，为了最终演示发布的良好效果，请尽量言简意赅的阐述观点"/>
  <p:tag name="KSO_WM_DIAGRAM_MAX_ITEMCNT" val="6"/>
  <p:tag name="KSO_WM_DIAGRAM_MIN_ITEMCNT" val="2"/>
  <p:tag name="KSO_WM_DIAGRAM_VIRTUALLY_FRAME" val="{&quot;height&quot;:338.70001220703125,&quot;width&quot;:816.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25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93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532_1_1"/>
  <p:tag name="KSO_WM_UNIT_ID" val="diagram20231350_1*l_h_f*532_1_1"/>
  <p:tag name="KSO_WM_TEMPLATE_CATEGORY" val="diagram"/>
  <p:tag name="KSO_WM_TEMPLATE_INDEX" val="20231350"/>
  <p:tag name="KSO_WM_UNIT_LAYERLEVEL" val="1_1_1"/>
  <p:tag name="KSO_WM_TAG_VERSION" val="3.0"/>
  <p:tag name="KSO_WM_BEAUTIFY_FLAG" val=""/>
  <p:tag name="KSO_WM_DIAGRAM_VERSION" val="3"/>
  <p:tag name="KSO_WM_DIAGRAM_COLOR_TEXT_CAN_REMOVE" val="n"/>
  <p:tag name="KSO_WM_UNIT_PRESET_TEXT" val="单击此处输入你的正文，文字是您思想的提炼，为了最终演示发布的良好效果，请尽量言简意赅的阐述观点"/>
  <p:tag name="KSO_WM_DIAGRAM_MAX_ITEMCNT" val="6"/>
  <p:tag name="KSO_WM_DIAGRAM_MIN_ITEMCNT" val="2"/>
  <p:tag name="KSO_WM_DIAGRAM_VIRTUALLY_FRAME" val="{&quot;height&quot;:338.70001220703125,&quot;width&quot;:816.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25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9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95.xml><?xml version="1.0" encoding="utf-8"?>
<p:tagLst xmlns:p="http://schemas.openxmlformats.org/presentationml/2006/main">
  <p:tag name="KSO_WM_BEAUTIFY_FLAG" val=""/>
</p:tagLst>
</file>

<file path=ppt/tags/tag96.xml><?xml version="1.0" encoding="utf-8"?>
<p:tagLst xmlns:p="http://schemas.openxmlformats.org/presentationml/2006/main">
  <p:tag name="KSO_WM_BEAUTIFY_FLAG" val=""/>
</p:tagLst>
</file>

<file path=ppt/tags/tag9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12844_1*i*1"/>
  <p:tag name="KSO_WM_TEMPLATE_CATEGORY" val="diagram"/>
  <p:tag name="KSO_WM_TEMPLATE_INDEX" val="20212844"/>
  <p:tag name="KSO_WM_UNIT_LAYERLEVEL" val="1"/>
  <p:tag name="KSO_WM_TAG_VERSION" val="1.0"/>
  <p:tag name="KSO_WM_BEAUTIFY_FLAG" val=""/>
  <p:tag name="KSO_WM_UNIT_BLOCK" val="0"/>
  <p:tag name="KSO_WM_UNIT_SM_LIMIT_TYPE" val="2"/>
  <p:tag name="KSO_WM_UNIT_DEC_AREA_ID" val="d791f056102d4a719cb3b67f3f8c1cd5"/>
  <p:tag name="KSO_WM_UNIT_DECORATE_INFO" val="{&quot;DecorateInfoH&quot;:{&quot;IsAbs&quot;:false},&quot;DecorateInfoW&quot;:{&quot;IsAbs&quot;:false},&quot;DecorateInfoX&quot;:{&quot;IsAbs&quot;:false,&quot;Pos&quot;:1},&quot;DecorateInfoY&quot;:{&quot;IsAbs&quot;:false,&quot;Pos&quot;:1},&quot;ReferentInfo&quot;:{&quot;Id&quot;:&quot;33e9d616fd7b4c5abbce5c68ad90d775&quot;,&quot;X&quot;:{&quot;Pos&quot;:1},&quot;Y&quot;:{&quot;Pos&quot;:1}},&quot;whChangeMode&quot;:1}"/>
  <p:tag name="KSO_WM_CHIP_GROUPID" val="5f708c7a747e3ea6e292a7fb"/>
  <p:tag name="KSO_WM_CHIP_XID" val="5f708c7a747e3ea6e292a7fc"/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VALUE" val="624"/>
  <p:tag name="KSO_WM_TEMPLATE_ASSEMBLE_XID" val="60656f644054ed1e2fb80932"/>
  <p:tag name="KSO_WM_TEMPLATE_ASSEMBLE_GROUPID" val="60656f644054ed1e2fb80932"/>
</p:tagLst>
</file>

<file path=ppt/tags/tag99.xml><?xml version="1.0" encoding="utf-8"?>
<p:tagLst xmlns:p="http://schemas.openxmlformats.org/presentationml/2006/main">
  <p:tag name="KSO_WM_BEAUTIFY_FLAG" val=""/>
</p:tagLst>
</file>

<file path=ppt/tags/tag100.xml><?xml version="1.0" encoding="utf-8"?>
<p:tagLst xmlns:p="http://schemas.openxmlformats.org/presentationml/2006/main">
  <p:tag name="KSO_WM_BEAUTIFY_FLAG" val="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SUBTYPE" val="d"/>
  <p:tag name="KSO_WM_UNIT_TYPE" val="m_h_i"/>
  <p:tag name="KSO_WM_UNIT_INDEX" val="1_1_1"/>
  <p:tag name="KSO_WM_UNIT_ID" val="diagram20208889_2*m_h_i*1_1_1"/>
  <p:tag name="KSO_WM_TEMPLATE_CATEGORY" val="diagram"/>
  <p:tag name="KSO_WM_TEMPLATE_INDEX" val="20208889"/>
  <p:tag name="KSO_WM_UNIT_LAYERLEVEL" val="1_1_1"/>
  <p:tag name="KSO_WM_TAG_VERSION" val="1.0"/>
  <p:tag name="KSO_WM_BEAUTIFY_FLAG" val="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1"/>
</p:tagLst>
</file>

<file path=ppt/tags/tag102.xml><?xml version="1.0" encoding="utf-8"?>
<p:tagLst xmlns:p="http://schemas.openxmlformats.org/presentationml/2006/main">
  <p:tag name="KSO_WM_BEAUTIFY_FLAG" val=""/>
</p:tagLst>
</file>

<file path=ppt/tags/tag103.xml><?xml version="1.0" encoding="utf-8"?>
<p:tagLst xmlns:p="http://schemas.openxmlformats.org/presentationml/2006/main">
  <p:tag name="KSO_WM_BEAUTIFY_FLAG" val=""/>
</p:tagLst>
</file>

<file path=ppt/tags/tag104.xml><?xml version="1.0" encoding="utf-8"?>
<p:tagLst xmlns:p="http://schemas.openxmlformats.org/presentationml/2006/main">
  <p:tag name="KSO_WM_BEAUTIFY_FLAG" val=""/>
</p:tagLst>
</file>

<file path=ppt/tags/tag105.xml><?xml version="1.0" encoding="utf-8"?>
<p:tagLst xmlns:p="http://schemas.openxmlformats.org/presentationml/2006/main">
  <p:tag name="KSO_WM_BEAUTIFY_FLAG" val=""/>
</p:tagLst>
</file>

<file path=ppt/tags/tag106.xml><?xml version="1.0" encoding="utf-8"?>
<p:tagLst xmlns:p="http://schemas.openxmlformats.org/presentationml/2006/main">
  <p:tag name="KSO_WM_BEAUTIFY_FLAG" val=""/>
</p:tagLst>
</file>

<file path=ppt/tags/tag107.xml><?xml version="1.0" encoding="utf-8"?>
<p:tagLst xmlns:p="http://schemas.openxmlformats.org/presentationml/2006/main">
  <p:tag name="KSO_WM_BEAUTIFY_FLAG" val="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SUBTYPE" val="d"/>
  <p:tag name="KSO_WM_UNIT_TYPE" val="m_h_i"/>
  <p:tag name="KSO_WM_UNIT_INDEX" val="1_1_1"/>
  <p:tag name="KSO_WM_UNIT_ID" val="diagram20208889_2*m_h_i*1_1_1"/>
  <p:tag name="KSO_WM_TEMPLATE_CATEGORY" val="diagram"/>
  <p:tag name="KSO_WM_TEMPLATE_INDEX" val="20208889"/>
  <p:tag name="KSO_WM_UNIT_LAYERLEVEL" val="1_1_1"/>
  <p:tag name="KSO_WM_TAG_VERSION" val="1.0"/>
  <p:tag name="KSO_WM_BEAUTIFY_FLAG" val="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1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SUBTYPE" val="d"/>
  <p:tag name="KSO_WM_UNIT_TYPE" val="m_h_i"/>
  <p:tag name="KSO_WM_UNIT_INDEX" val="1_1_1"/>
  <p:tag name="KSO_WM_UNIT_ID" val="diagram20208889_2*m_h_i*1_1_1"/>
  <p:tag name="KSO_WM_TEMPLATE_CATEGORY" val="diagram"/>
  <p:tag name="KSO_WM_TEMPLATE_INDEX" val="20208889"/>
  <p:tag name="KSO_WM_UNIT_LAYERLEVEL" val="1_1_1"/>
  <p:tag name="KSO_WM_TAG_VERSION" val="1.0"/>
  <p:tag name="KSO_WM_BEAUTIFY_FLAG" val="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1"/>
</p:tagLst>
</file>

<file path=ppt/tags/tag110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11.xml><?xml version="1.0" encoding="utf-8"?>
<p:tagLst xmlns:p="http://schemas.openxmlformats.org/presentationml/2006/main">
  <p:tag name="KSO_WM_BEAUTIFY_FLAG" val=""/>
</p:tagLst>
</file>

<file path=ppt/tags/tag112.xml><?xml version="1.0" encoding="utf-8"?>
<p:tagLst xmlns:p="http://schemas.openxmlformats.org/presentationml/2006/main">
  <p:tag name="KSO_WM_BEAUTIFY_FLAG" val=""/>
</p:tagLst>
</file>

<file path=ppt/tags/tag11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14.xml><?xml version="1.0" encoding="utf-8"?>
<p:tagLst xmlns:p="http://schemas.openxmlformats.org/presentationml/2006/main">
  <p:tag name="TABLE_ENDDRAG_ORIGIN_RECT" val="855*200"/>
  <p:tag name="TABLE_ENDDRAG_RECT" val="62*116*855*200"/>
</p:tagLst>
</file>

<file path=ppt/tags/tag11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16.xml><?xml version="1.0" encoding="utf-8"?>
<p:tagLst xmlns:p="http://schemas.openxmlformats.org/presentationml/2006/main">
  <p:tag name="TABLE_ENDDRAG_ORIGIN_RECT" val="855*200"/>
  <p:tag name="TABLE_ENDDRAG_RECT" val="62*116*855*200"/>
</p:tagLst>
</file>

<file path=ppt/tags/tag11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18.xml><?xml version="1.0" encoding="utf-8"?>
<p:tagLst xmlns:p="http://schemas.openxmlformats.org/presentationml/2006/main">
  <p:tag name="TABLE_ENDDRAG_ORIGIN_RECT" val="855*200"/>
  <p:tag name="TABLE_ENDDRAG_RECT" val="62*116*855*200"/>
</p:tagLst>
</file>

<file path=ppt/tags/tag119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20.xml><?xml version="1.0" encoding="utf-8"?>
<p:tagLst xmlns:p="http://schemas.openxmlformats.org/presentationml/2006/main">
  <p:tag name="KSO_WM_BEAUTIFY_FLAG" val=""/>
</p:tagLst>
</file>

<file path=ppt/tags/tag121.xml><?xml version="1.0" encoding="utf-8"?>
<p:tagLst xmlns:p="http://schemas.openxmlformats.org/presentationml/2006/main">
  <p:tag name="KSO_WM_BEAUTIFY_FLAG" val=""/>
</p:tagLst>
</file>

<file path=ppt/tags/tag122.xml><?xml version="1.0" encoding="utf-8"?>
<p:tagLst xmlns:p="http://schemas.openxmlformats.org/presentationml/2006/main">
  <p:tag name="KSO_WM_BEAUTIFY_FLAG" val=""/>
</p:tagLst>
</file>

<file path=ppt/tags/tag123.xml><?xml version="1.0" encoding="utf-8"?>
<p:tagLst xmlns:p="http://schemas.openxmlformats.org/presentationml/2006/main">
  <p:tag name="KSO_WM_BEAUTIFY_FLAG" val=""/>
</p:tagLst>
</file>

<file path=ppt/tags/tag124.xml><?xml version="1.0" encoding="utf-8"?>
<p:tagLst xmlns:p="http://schemas.openxmlformats.org/presentationml/2006/main">
  <p:tag name="KSO_WM_BEAUTIFY_FLAG" val=""/>
</p:tagLst>
</file>

<file path=ppt/tags/tag12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26.xml><?xml version="1.0" encoding="utf-8"?>
<p:tagLst xmlns:p="http://schemas.openxmlformats.org/presentationml/2006/main">
  <p:tag name="RESOURCE_RECORD_KEY" val="{&quot;13&quot;:[4685212],&quot;70&quot;:[3323379]}"/>
  <p:tag name="COMMONDATA" val="eyJoZGlkIjoiZmM5ZDg2MGEyYjVhZDIyOWU4NTc1NWFkMzJlZTU1OTE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1120</Words>
  <Application>WPS 演示</Application>
  <PresentationFormat>宽屏</PresentationFormat>
  <Paragraphs>161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44" baseType="lpstr">
      <vt:lpstr>Arial</vt:lpstr>
      <vt:lpstr>宋体</vt:lpstr>
      <vt:lpstr>Wingdings</vt:lpstr>
      <vt:lpstr>Wingdings</vt:lpstr>
      <vt:lpstr>方正大标宋简体 (标题)</vt:lpstr>
      <vt:lpstr>方正小标宋简体</vt:lpstr>
      <vt:lpstr>Arial Unicode MS</vt:lpstr>
      <vt:lpstr>思源黑体 CN Medium</vt:lpstr>
      <vt:lpstr>思源黑体 CN Normal</vt:lpstr>
      <vt:lpstr>思源黑体 CN Bold</vt:lpstr>
      <vt:lpstr>思源黑体 CN Light</vt:lpstr>
      <vt:lpstr>思源黑体 CN Heavy</vt:lpstr>
      <vt:lpstr>黑体</vt:lpstr>
      <vt:lpstr>微软雅黑</vt:lpstr>
      <vt:lpstr>KSOF0FAC8413</vt:lpstr>
      <vt:lpstr>ksdb</vt:lpstr>
      <vt:lpstr>Calibri</vt:lpstr>
      <vt:lpstr>KSOFD723FC5D</vt:lpstr>
      <vt:lpstr>KSOF618801C0</vt:lpstr>
      <vt:lpstr>KSOFBD29610E</vt:lpstr>
      <vt:lpstr>KSOFDDF55C4C</vt:lpstr>
      <vt:lpstr>KSOF954951BB</vt:lpstr>
      <vt:lpstr>思源黑体 CN Bold</vt:lpstr>
      <vt:lpstr>思源黑体 CN Heavy</vt:lpstr>
      <vt:lpstr>思源黑体 CN Light</vt:lpstr>
      <vt:lpstr>思源黑体 CN Medium</vt:lpstr>
      <vt:lpstr>思源黑体 CN Normal</vt:lpstr>
      <vt:lpstr>方正小标宋简体</vt:lpstr>
      <vt:lpstr>方正大标宋简体</vt:lpstr>
      <vt:lpstr>方正宝黑体 简 Medium</vt:lpstr>
      <vt:lpstr>方正大黑体_GBK</vt:lpstr>
      <vt:lpstr>方正宝黑体 简 Light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123456</cp:lastModifiedBy>
  <cp:revision>242</cp:revision>
  <dcterms:created xsi:type="dcterms:W3CDTF">2019-06-19T02:08:00Z</dcterms:created>
  <dcterms:modified xsi:type="dcterms:W3CDTF">2026-03-23T00:07:40Z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19224F84F033404CB4C53F3973652385_11</vt:lpwstr>
  </property>
</Properties>
</file>